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3" r:id="rId4"/>
    <p:sldId id="258" r:id="rId5"/>
    <p:sldId id="275" r:id="rId6"/>
    <p:sldId id="284" r:id="rId7"/>
    <p:sldId id="274" r:id="rId8"/>
    <p:sldId id="276" r:id="rId9"/>
    <p:sldId id="277" r:id="rId10"/>
    <p:sldId id="260" r:id="rId11"/>
    <p:sldId id="278" r:id="rId12"/>
    <p:sldId id="279" r:id="rId13"/>
    <p:sldId id="280" r:id="rId14"/>
    <p:sldId id="281" r:id="rId15"/>
    <p:sldId id="282" r:id="rId16"/>
    <p:sldId id="283" r:id="rId17"/>
    <p:sldId id="285" r:id="rId18"/>
    <p:sldId id="286" r:id="rId19"/>
    <p:sldId id="28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93" autoAdjust="0"/>
    <p:restoredTop sz="93826" autoAdjust="0"/>
  </p:normalViewPr>
  <p:slideViewPr>
    <p:cSldViewPr snapToGrid="0">
      <p:cViewPr>
        <p:scale>
          <a:sx n="100" d="100"/>
          <a:sy n="100" d="100"/>
        </p:scale>
        <p:origin x="1168" y="-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34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27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29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50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87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84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51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08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63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21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78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2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963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99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82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31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B026F580-D4E9-F449-CB89-BADEE08EC73B}"/>
              </a:ext>
            </a:extLst>
          </p:cNvPr>
          <p:cNvSpPr/>
          <p:nvPr userDrawn="1"/>
        </p:nvSpPr>
        <p:spPr>
          <a:xfrm>
            <a:off x="-13061887" y="-3062795"/>
            <a:ext cx="13261976" cy="1326192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8100000" scaled="1"/>
              <a:tileRect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22CE1A-CA27-B955-70E4-666806EFF6AB}"/>
              </a:ext>
            </a:extLst>
          </p:cNvPr>
          <p:cNvSpPr/>
          <p:nvPr userDrawn="1"/>
        </p:nvSpPr>
        <p:spPr>
          <a:xfrm>
            <a:off x="-12391733" y="-2690688"/>
            <a:ext cx="12517721" cy="12517716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5F22F-8F39-7B0C-EBB9-804D57F94D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199" y="0"/>
            <a:ext cx="7924801" cy="6858000"/>
          </a:xfrm>
        </p:spPr>
        <p:txBody>
          <a:bodyPr anchor="b">
            <a:normAutofit/>
          </a:bodyPr>
          <a:lstStyle>
            <a:lvl1pPr algn="l">
              <a:defRPr sz="4800">
                <a:latin typeface="Oswald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6EB75-C009-DCB5-146F-ED72AD1D9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198" y="4106333"/>
            <a:ext cx="7924801" cy="21725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latin typeface="Oswa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07F24674-FD19-2CD1-3535-81B72893F396}"/>
              </a:ext>
            </a:extLst>
          </p:cNvPr>
          <p:cNvSpPr/>
          <p:nvPr userDrawn="1"/>
        </p:nvSpPr>
        <p:spPr>
          <a:xfrm>
            <a:off x="-2574289" y="6129453"/>
            <a:ext cx="3237167" cy="3237166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6AFD1-F254-99E9-45FB-2CE3C527D03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5218" y="1250421"/>
            <a:ext cx="5938515" cy="528584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000">
                <a:latin typeface="Oswald" pitchFamily="2" charset="77"/>
              </a:defRPr>
            </a:lvl1pPr>
            <a:lvl2pPr>
              <a:buClr>
                <a:schemeClr val="accent2"/>
              </a:buClr>
              <a:defRPr sz="1800">
                <a:latin typeface="Oswald" pitchFamily="2" charset="77"/>
              </a:defRPr>
            </a:lvl2pPr>
            <a:lvl3pPr>
              <a:buClr>
                <a:schemeClr val="accent2"/>
              </a:buClr>
              <a:defRPr sz="1600">
                <a:latin typeface="Oswald" pitchFamily="2" charset="77"/>
              </a:defRPr>
            </a:lvl3pPr>
            <a:lvl4pPr>
              <a:buClr>
                <a:schemeClr val="accent2"/>
              </a:buClr>
              <a:defRPr sz="1400">
                <a:latin typeface="Oswald" pitchFamily="2" charset="77"/>
              </a:defRPr>
            </a:lvl4pPr>
            <a:lvl5pPr>
              <a:buClr>
                <a:schemeClr val="accent2"/>
              </a:buClr>
              <a:defRPr sz="1400"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2CCA723-6CC6-69E8-58FF-1C1541D19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57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4E44CE32-3AD8-D4E4-5F7E-F689F5BA2C19}"/>
              </a:ext>
            </a:extLst>
          </p:cNvPr>
          <p:cNvSpPr/>
          <p:nvPr userDrawn="1"/>
        </p:nvSpPr>
        <p:spPr>
          <a:xfrm>
            <a:off x="7840134" y="-12176015"/>
            <a:ext cx="10936164" cy="1326192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8100000" scaled="1"/>
              <a:tileRect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4112B2-F614-E97E-0433-B88D6267476C}"/>
              </a:ext>
            </a:extLst>
          </p:cNvPr>
          <p:cNvSpPr/>
          <p:nvPr userDrawn="1"/>
        </p:nvSpPr>
        <p:spPr>
          <a:xfrm>
            <a:off x="8081739" y="-11531814"/>
            <a:ext cx="10322432" cy="12517716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790700"/>
            <a:ext cx="10515600" cy="43817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Oswa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85F50FC-551D-76C8-903E-BB679267815C}"/>
              </a:ext>
            </a:extLst>
          </p:cNvPr>
          <p:cNvSpPr/>
          <p:nvPr userDrawn="1"/>
        </p:nvSpPr>
        <p:spPr>
          <a:xfrm>
            <a:off x="67734" y="61447"/>
            <a:ext cx="420882" cy="42088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4B3DF8C-719A-22DA-24AB-018E06DB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2" y="365125"/>
            <a:ext cx="10193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943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F8765BDF-445C-2E0A-AC78-73B9DA452464}"/>
              </a:ext>
            </a:extLst>
          </p:cNvPr>
          <p:cNvSpPr/>
          <p:nvPr userDrawn="1"/>
        </p:nvSpPr>
        <p:spPr>
          <a:xfrm>
            <a:off x="9865392" y="0"/>
            <a:ext cx="2326608" cy="5891021"/>
          </a:xfrm>
          <a:custGeom>
            <a:avLst/>
            <a:gdLst>
              <a:gd name="connsiteX0" fmla="*/ 0 w 2326608"/>
              <a:gd name="connsiteY0" fmla="*/ 0 h 6348219"/>
              <a:gd name="connsiteX1" fmla="*/ 2326608 w 2326608"/>
              <a:gd name="connsiteY1" fmla="*/ 0 h 6348219"/>
              <a:gd name="connsiteX2" fmla="*/ 2326608 w 2326608"/>
              <a:gd name="connsiteY2" fmla="*/ 6348219 h 6348219"/>
              <a:gd name="connsiteX3" fmla="*/ 387776 w 2326608"/>
              <a:gd name="connsiteY3" fmla="*/ 6348219 h 6348219"/>
              <a:gd name="connsiteX4" fmla="*/ 0 w 2326608"/>
              <a:gd name="connsiteY4" fmla="*/ 5960443 h 634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6608" h="6348219">
                <a:moveTo>
                  <a:pt x="0" y="0"/>
                </a:moveTo>
                <a:lnTo>
                  <a:pt x="2326608" y="0"/>
                </a:lnTo>
                <a:lnTo>
                  <a:pt x="2326608" y="6348219"/>
                </a:lnTo>
                <a:lnTo>
                  <a:pt x="387776" y="6348219"/>
                </a:lnTo>
                <a:cubicBezTo>
                  <a:pt x="173612" y="6348219"/>
                  <a:pt x="0" y="6174606"/>
                  <a:pt x="0" y="5960443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8" name="Graphic 52">
            <a:extLst>
              <a:ext uri="{FF2B5EF4-FFF2-40B4-BE49-F238E27FC236}">
                <a16:creationId xmlns:a16="http://schemas.microsoft.com/office/drawing/2014/main" id="{76151B13-3095-C460-E201-B700FA9D7355}"/>
              </a:ext>
            </a:extLst>
          </p:cNvPr>
          <p:cNvSpPr/>
          <p:nvPr userDrawn="1"/>
        </p:nvSpPr>
        <p:spPr>
          <a:xfrm>
            <a:off x="9982200" y="2971423"/>
            <a:ext cx="912326" cy="915154"/>
          </a:xfrm>
          <a:custGeom>
            <a:avLst/>
            <a:gdLst>
              <a:gd name="connsiteX0" fmla="*/ 587573 w 912326"/>
              <a:gd name="connsiteY0" fmla="*/ 914871 h 915154"/>
              <a:gd name="connsiteX1" fmla="*/ 582199 w 912326"/>
              <a:gd name="connsiteY1" fmla="*/ 909215 h 915154"/>
              <a:gd name="connsiteX2" fmla="*/ 596151 w 912326"/>
              <a:gd name="connsiteY2" fmla="*/ 895546 h 915154"/>
              <a:gd name="connsiteX3" fmla="*/ 582011 w 912326"/>
              <a:gd name="connsiteY3" fmla="*/ 881689 h 915154"/>
              <a:gd name="connsiteX4" fmla="*/ 588044 w 912326"/>
              <a:gd name="connsiteY4" fmla="*/ 876316 h 915154"/>
              <a:gd name="connsiteX5" fmla="*/ 601147 w 912326"/>
              <a:gd name="connsiteY5" fmla="*/ 889890 h 915154"/>
              <a:gd name="connsiteX6" fmla="*/ 614910 w 912326"/>
              <a:gd name="connsiteY6" fmla="*/ 875750 h 915154"/>
              <a:gd name="connsiteX7" fmla="*/ 620944 w 912326"/>
              <a:gd name="connsiteY7" fmla="*/ 882066 h 915154"/>
              <a:gd name="connsiteX8" fmla="*/ 607463 w 912326"/>
              <a:gd name="connsiteY8" fmla="*/ 895264 h 915154"/>
              <a:gd name="connsiteX9" fmla="*/ 621321 w 912326"/>
              <a:gd name="connsiteY9" fmla="*/ 909027 h 915154"/>
              <a:gd name="connsiteX10" fmla="*/ 615476 w 912326"/>
              <a:gd name="connsiteY10" fmla="*/ 914400 h 915154"/>
              <a:gd name="connsiteX11" fmla="*/ 602844 w 912326"/>
              <a:gd name="connsiteY11" fmla="*/ 901485 h 915154"/>
              <a:gd name="connsiteX12" fmla="*/ 588327 w 912326"/>
              <a:gd name="connsiteY12" fmla="*/ 914966 h 915154"/>
              <a:gd name="connsiteX13" fmla="*/ 587761 w 912326"/>
              <a:gd name="connsiteY13" fmla="*/ 914966 h 915154"/>
              <a:gd name="connsiteX14" fmla="*/ 878861 w 912326"/>
              <a:gd name="connsiteY14" fmla="*/ 914871 h 915154"/>
              <a:gd name="connsiteX15" fmla="*/ 892341 w 912326"/>
              <a:gd name="connsiteY15" fmla="*/ 901768 h 915154"/>
              <a:gd name="connsiteX16" fmla="*/ 906104 w 912326"/>
              <a:gd name="connsiteY16" fmla="*/ 914871 h 915154"/>
              <a:gd name="connsiteX17" fmla="*/ 906670 w 912326"/>
              <a:gd name="connsiteY17" fmla="*/ 914871 h 915154"/>
              <a:gd name="connsiteX18" fmla="*/ 912138 w 912326"/>
              <a:gd name="connsiteY18" fmla="*/ 908744 h 915154"/>
              <a:gd name="connsiteX19" fmla="*/ 898280 w 912326"/>
              <a:gd name="connsiteY19" fmla="*/ 895169 h 915154"/>
              <a:gd name="connsiteX20" fmla="*/ 911666 w 912326"/>
              <a:gd name="connsiteY20" fmla="*/ 881972 h 915154"/>
              <a:gd name="connsiteX21" fmla="*/ 905916 w 912326"/>
              <a:gd name="connsiteY21" fmla="*/ 875467 h 915154"/>
              <a:gd name="connsiteX22" fmla="*/ 892247 w 912326"/>
              <a:gd name="connsiteY22" fmla="*/ 889796 h 915154"/>
              <a:gd name="connsiteX23" fmla="*/ 878672 w 912326"/>
              <a:gd name="connsiteY23" fmla="*/ 875939 h 915154"/>
              <a:gd name="connsiteX24" fmla="*/ 872828 w 912326"/>
              <a:gd name="connsiteY24" fmla="*/ 881878 h 915154"/>
              <a:gd name="connsiteX25" fmla="*/ 886874 w 912326"/>
              <a:gd name="connsiteY25" fmla="*/ 895735 h 915154"/>
              <a:gd name="connsiteX26" fmla="*/ 873111 w 912326"/>
              <a:gd name="connsiteY26" fmla="*/ 909121 h 915154"/>
              <a:gd name="connsiteX27" fmla="*/ 878201 w 912326"/>
              <a:gd name="connsiteY27" fmla="*/ 914966 h 915154"/>
              <a:gd name="connsiteX28" fmla="*/ 878767 w 912326"/>
              <a:gd name="connsiteY28" fmla="*/ 914966 h 915154"/>
              <a:gd name="connsiteX29" fmla="*/ 6222 w 912326"/>
              <a:gd name="connsiteY29" fmla="*/ 914871 h 915154"/>
              <a:gd name="connsiteX30" fmla="*/ 20362 w 912326"/>
              <a:gd name="connsiteY30" fmla="*/ 901297 h 915154"/>
              <a:gd name="connsiteX31" fmla="*/ 33654 w 912326"/>
              <a:gd name="connsiteY31" fmla="*/ 914683 h 915154"/>
              <a:gd name="connsiteX32" fmla="*/ 39404 w 912326"/>
              <a:gd name="connsiteY32" fmla="*/ 908744 h 915154"/>
              <a:gd name="connsiteX33" fmla="*/ 25358 w 912326"/>
              <a:gd name="connsiteY33" fmla="*/ 895075 h 915154"/>
              <a:gd name="connsiteX34" fmla="*/ 38838 w 912326"/>
              <a:gd name="connsiteY34" fmla="*/ 881972 h 915154"/>
              <a:gd name="connsiteX35" fmla="*/ 32805 w 912326"/>
              <a:gd name="connsiteY35" fmla="*/ 875656 h 915154"/>
              <a:gd name="connsiteX36" fmla="*/ 19231 w 912326"/>
              <a:gd name="connsiteY36" fmla="*/ 889890 h 915154"/>
              <a:gd name="connsiteX37" fmla="*/ 6033 w 912326"/>
              <a:gd name="connsiteY37" fmla="*/ 876221 h 915154"/>
              <a:gd name="connsiteX38" fmla="*/ 283 w 912326"/>
              <a:gd name="connsiteY38" fmla="*/ 881689 h 915154"/>
              <a:gd name="connsiteX39" fmla="*/ 14329 w 912326"/>
              <a:gd name="connsiteY39" fmla="*/ 895546 h 915154"/>
              <a:gd name="connsiteX40" fmla="*/ 471 w 912326"/>
              <a:gd name="connsiteY40" fmla="*/ 909215 h 915154"/>
              <a:gd name="connsiteX41" fmla="*/ 5750 w 912326"/>
              <a:gd name="connsiteY41" fmla="*/ 914966 h 915154"/>
              <a:gd name="connsiteX42" fmla="*/ 6316 w 912326"/>
              <a:gd name="connsiteY42" fmla="*/ 914966 h 915154"/>
              <a:gd name="connsiteX43" fmla="*/ 324753 w 912326"/>
              <a:gd name="connsiteY43" fmla="*/ 914871 h 915154"/>
              <a:gd name="connsiteX44" fmla="*/ 330315 w 912326"/>
              <a:gd name="connsiteY44" fmla="*/ 908838 h 915154"/>
              <a:gd name="connsiteX45" fmla="*/ 316458 w 912326"/>
              <a:gd name="connsiteY45" fmla="*/ 895075 h 915154"/>
              <a:gd name="connsiteX46" fmla="*/ 330127 w 912326"/>
              <a:gd name="connsiteY46" fmla="*/ 881595 h 915154"/>
              <a:gd name="connsiteX47" fmla="*/ 324188 w 912326"/>
              <a:gd name="connsiteY47" fmla="*/ 875656 h 915154"/>
              <a:gd name="connsiteX48" fmla="*/ 310142 w 912326"/>
              <a:gd name="connsiteY48" fmla="*/ 889890 h 915154"/>
              <a:gd name="connsiteX49" fmla="*/ 296850 w 912326"/>
              <a:gd name="connsiteY49" fmla="*/ 876221 h 915154"/>
              <a:gd name="connsiteX50" fmla="*/ 291005 w 912326"/>
              <a:gd name="connsiteY50" fmla="*/ 881689 h 915154"/>
              <a:gd name="connsiteX51" fmla="*/ 305051 w 912326"/>
              <a:gd name="connsiteY51" fmla="*/ 895641 h 915154"/>
              <a:gd name="connsiteX52" fmla="*/ 291948 w 912326"/>
              <a:gd name="connsiteY52" fmla="*/ 908650 h 915154"/>
              <a:gd name="connsiteX53" fmla="*/ 297133 w 912326"/>
              <a:gd name="connsiteY53" fmla="*/ 915154 h 915154"/>
              <a:gd name="connsiteX54" fmla="*/ 310142 w 912326"/>
              <a:gd name="connsiteY54" fmla="*/ 901768 h 915154"/>
              <a:gd name="connsiteX55" fmla="*/ 324188 w 912326"/>
              <a:gd name="connsiteY55" fmla="*/ 914871 h 915154"/>
              <a:gd name="connsiteX56" fmla="*/ 324753 w 912326"/>
              <a:gd name="connsiteY56" fmla="*/ 914871 h 915154"/>
              <a:gd name="connsiteX57" fmla="*/ 595868 w 912326"/>
              <a:gd name="connsiteY57" fmla="*/ 20079 h 915154"/>
              <a:gd name="connsiteX58" fmla="*/ 582388 w 912326"/>
              <a:gd name="connsiteY58" fmla="*/ 33277 h 915154"/>
              <a:gd name="connsiteX59" fmla="*/ 588421 w 912326"/>
              <a:gd name="connsiteY59" fmla="*/ 39781 h 915154"/>
              <a:gd name="connsiteX60" fmla="*/ 601901 w 912326"/>
              <a:gd name="connsiteY60" fmla="*/ 25358 h 915154"/>
              <a:gd name="connsiteX61" fmla="*/ 615288 w 912326"/>
              <a:gd name="connsiteY61" fmla="*/ 39404 h 915154"/>
              <a:gd name="connsiteX62" fmla="*/ 621321 w 912326"/>
              <a:gd name="connsiteY62" fmla="*/ 33371 h 915154"/>
              <a:gd name="connsiteX63" fmla="*/ 607086 w 912326"/>
              <a:gd name="connsiteY63" fmla="*/ 19419 h 915154"/>
              <a:gd name="connsiteX64" fmla="*/ 620661 w 912326"/>
              <a:gd name="connsiteY64" fmla="*/ 6222 h 915154"/>
              <a:gd name="connsiteX65" fmla="*/ 615193 w 912326"/>
              <a:gd name="connsiteY65" fmla="*/ 377 h 915154"/>
              <a:gd name="connsiteX66" fmla="*/ 601242 w 912326"/>
              <a:gd name="connsiteY66" fmla="*/ 14612 h 915154"/>
              <a:gd name="connsiteX67" fmla="*/ 587667 w 912326"/>
              <a:gd name="connsiteY67" fmla="*/ 660 h 915154"/>
              <a:gd name="connsiteX68" fmla="*/ 581822 w 912326"/>
              <a:gd name="connsiteY68" fmla="*/ 6410 h 915154"/>
              <a:gd name="connsiteX69" fmla="*/ 595774 w 912326"/>
              <a:gd name="connsiteY69" fmla="*/ 20079 h 915154"/>
              <a:gd name="connsiteX70" fmla="*/ 39687 w 912326"/>
              <a:gd name="connsiteY70" fmla="*/ 325036 h 915154"/>
              <a:gd name="connsiteX71" fmla="*/ 25358 w 912326"/>
              <a:gd name="connsiteY71" fmla="*/ 311273 h 915154"/>
              <a:gd name="connsiteX72" fmla="*/ 38838 w 912326"/>
              <a:gd name="connsiteY72" fmla="*/ 297887 h 915154"/>
              <a:gd name="connsiteX73" fmla="*/ 33088 w 912326"/>
              <a:gd name="connsiteY73" fmla="*/ 291948 h 915154"/>
              <a:gd name="connsiteX74" fmla="*/ 19136 w 912326"/>
              <a:gd name="connsiteY74" fmla="*/ 306088 h 915154"/>
              <a:gd name="connsiteX75" fmla="*/ 5939 w 912326"/>
              <a:gd name="connsiteY75" fmla="*/ 292514 h 915154"/>
              <a:gd name="connsiteX76" fmla="*/ 0 w 912326"/>
              <a:gd name="connsiteY76" fmla="*/ 298264 h 915154"/>
              <a:gd name="connsiteX77" fmla="*/ 14234 w 912326"/>
              <a:gd name="connsiteY77" fmla="*/ 311933 h 915154"/>
              <a:gd name="connsiteX78" fmla="*/ 566 w 912326"/>
              <a:gd name="connsiteY78" fmla="*/ 325319 h 915154"/>
              <a:gd name="connsiteX79" fmla="*/ 6033 w 912326"/>
              <a:gd name="connsiteY79" fmla="*/ 331164 h 915154"/>
              <a:gd name="connsiteX80" fmla="*/ 19702 w 912326"/>
              <a:gd name="connsiteY80" fmla="*/ 317401 h 915154"/>
              <a:gd name="connsiteX81" fmla="*/ 33182 w 912326"/>
              <a:gd name="connsiteY81" fmla="*/ 331164 h 915154"/>
              <a:gd name="connsiteX82" fmla="*/ 39687 w 912326"/>
              <a:gd name="connsiteY82" fmla="*/ 325036 h 915154"/>
              <a:gd name="connsiteX83" fmla="*/ 329844 w 912326"/>
              <a:gd name="connsiteY83" fmla="*/ 298170 h 915154"/>
              <a:gd name="connsiteX84" fmla="*/ 324094 w 912326"/>
              <a:gd name="connsiteY84" fmla="*/ 291854 h 915154"/>
              <a:gd name="connsiteX85" fmla="*/ 310425 w 912326"/>
              <a:gd name="connsiteY85" fmla="*/ 306371 h 915154"/>
              <a:gd name="connsiteX86" fmla="*/ 296944 w 912326"/>
              <a:gd name="connsiteY86" fmla="*/ 292514 h 915154"/>
              <a:gd name="connsiteX87" fmla="*/ 291005 w 912326"/>
              <a:gd name="connsiteY87" fmla="*/ 298453 h 915154"/>
              <a:gd name="connsiteX88" fmla="*/ 305051 w 912326"/>
              <a:gd name="connsiteY88" fmla="*/ 312404 h 915154"/>
              <a:gd name="connsiteX89" fmla="*/ 291665 w 912326"/>
              <a:gd name="connsiteY89" fmla="*/ 325508 h 915154"/>
              <a:gd name="connsiteX90" fmla="*/ 297133 w 912326"/>
              <a:gd name="connsiteY90" fmla="*/ 331446 h 915154"/>
              <a:gd name="connsiteX91" fmla="*/ 310707 w 912326"/>
              <a:gd name="connsiteY91" fmla="*/ 317495 h 915154"/>
              <a:gd name="connsiteX92" fmla="*/ 323999 w 912326"/>
              <a:gd name="connsiteY92" fmla="*/ 331069 h 915154"/>
              <a:gd name="connsiteX93" fmla="*/ 330315 w 912326"/>
              <a:gd name="connsiteY93" fmla="*/ 325413 h 915154"/>
              <a:gd name="connsiteX94" fmla="*/ 316175 w 912326"/>
              <a:gd name="connsiteY94" fmla="*/ 311650 h 915154"/>
              <a:gd name="connsiteX95" fmla="*/ 329844 w 912326"/>
              <a:gd name="connsiteY95" fmla="*/ 298264 h 915154"/>
              <a:gd name="connsiteX96" fmla="*/ 19419 w 912326"/>
              <a:gd name="connsiteY96" fmla="*/ 598131 h 915154"/>
              <a:gd name="connsiteX97" fmla="*/ 6127 w 912326"/>
              <a:gd name="connsiteY97" fmla="*/ 584273 h 915154"/>
              <a:gd name="connsiteX98" fmla="*/ 283 w 912326"/>
              <a:gd name="connsiteY98" fmla="*/ 589929 h 915154"/>
              <a:gd name="connsiteX99" fmla="*/ 14329 w 912326"/>
              <a:gd name="connsiteY99" fmla="*/ 603504 h 915154"/>
              <a:gd name="connsiteX100" fmla="*/ 754 w 912326"/>
              <a:gd name="connsiteY100" fmla="*/ 616796 h 915154"/>
              <a:gd name="connsiteX101" fmla="*/ 6316 w 912326"/>
              <a:gd name="connsiteY101" fmla="*/ 623112 h 915154"/>
              <a:gd name="connsiteX102" fmla="*/ 20173 w 912326"/>
              <a:gd name="connsiteY102" fmla="*/ 609066 h 915154"/>
              <a:gd name="connsiteX103" fmla="*/ 33371 w 912326"/>
              <a:gd name="connsiteY103" fmla="*/ 622546 h 915154"/>
              <a:gd name="connsiteX104" fmla="*/ 39593 w 912326"/>
              <a:gd name="connsiteY104" fmla="*/ 616796 h 915154"/>
              <a:gd name="connsiteX105" fmla="*/ 25452 w 912326"/>
              <a:gd name="connsiteY105" fmla="*/ 603127 h 915154"/>
              <a:gd name="connsiteX106" fmla="*/ 39216 w 912326"/>
              <a:gd name="connsiteY106" fmla="*/ 589552 h 915154"/>
              <a:gd name="connsiteX107" fmla="*/ 33182 w 912326"/>
              <a:gd name="connsiteY107" fmla="*/ 583425 h 915154"/>
              <a:gd name="connsiteX108" fmla="*/ 19513 w 912326"/>
              <a:gd name="connsiteY108" fmla="*/ 598036 h 915154"/>
              <a:gd name="connsiteX109" fmla="*/ 297133 w 912326"/>
              <a:gd name="connsiteY109" fmla="*/ 584179 h 915154"/>
              <a:gd name="connsiteX110" fmla="*/ 291383 w 912326"/>
              <a:gd name="connsiteY110" fmla="*/ 589929 h 915154"/>
              <a:gd name="connsiteX111" fmla="*/ 305240 w 912326"/>
              <a:gd name="connsiteY111" fmla="*/ 603598 h 915154"/>
              <a:gd name="connsiteX112" fmla="*/ 291665 w 912326"/>
              <a:gd name="connsiteY112" fmla="*/ 616796 h 915154"/>
              <a:gd name="connsiteX113" fmla="*/ 297227 w 912326"/>
              <a:gd name="connsiteY113" fmla="*/ 622923 h 915154"/>
              <a:gd name="connsiteX114" fmla="*/ 310896 w 912326"/>
              <a:gd name="connsiteY114" fmla="*/ 609066 h 915154"/>
              <a:gd name="connsiteX115" fmla="*/ 324565 w 912326"/>
              <a:gd name="connsiteY115" fmla="*/ 622829 h 915154"/>
              <a:gd name="connsiteX116" fmla="*/ 330504 w 912326"/>
              <a:gd name="connsiteY116" fmla="*/ 616702 h 915154"/>
              <a:gd name="connsiteX117" fmla="*/ 316364 w 912326"/>
              <a:gd name="connsiteY117" fmla="*/ 603033 h 915154"/>
              <a:gd name="connsiteX118" fmla="*/ 330221 w 912326"/>
              <a:gd name="connsiteY118" fmla="*/ 589552 h 915154"/>
              <a:gd name="connsiteX119" fmla="*/ 324659 w 912326"/>
              <a:gd name="connsiteY119" fmla="*/ 583896 h 915154"/>
              <a:gd name="connsiteX120" fmla="*/ 310519 w 912326"/>
              <a:gd name="connsiteY120" fmla="*/ 598131 h 915154"/>
              <a:gd name="connsiteX121" fmla="*/ 297227 w 912326"/>
              <a:gd name="connsiteY121" fmla="*/ 584179 h 915154"/>
              <a:gd name="connsiteX122" fmla="*/ 19985 w 912326"/>
              <a:gd name="connsiteY122" fmla="*/ 25547 h 915154"/>
              <a:gd name="connsiteX123" fmla="*/ 33465 w 912326"/>
              <a:gd name="connsiteY123" fmla="*/ 39404 h 915154"/>
              <a:gd name="connsiteX124" fmla="*/ 39310 w 912326"/>
              <a:gd name="connsiteY124" fmla="*/ 33465 h 915154"/>
              <a:gd name="connsiteX125" fmla="*/ 25264 w 912326"/>
              <a:gd name="connsiteY125" fmla="*/ 19608 h 915154"/>
              <a:gd name="connsiteX126" fmla="*/ 39027 w 912326"/>
              <a:gd name="connsiteY126" fmla="*/ 6316 h 915154"/>
              <a:gd name="connsiteX127" fmla="*/ 33182 w 912326"/>
              <a:gd name="connsiteY127" fmla="*/ 283 h 915154"/>
              <a:gd name="connsiteX128" fmla="*/ 19231 w 912326"/>
              <a:gd name="connsiteY128" fmla="*/ 14517 h 915154"/>
              <a:gd name="connsiteX129" fmla="*/ 5939 w 912326"/>
              <a:gd name="connsiteY129" fmla="*/ 943 h 915154"/>
              <a:gd name="connsiteX130" fmla="*/ 189 w 912326"/>
              <a:gd name="connsiteY130" fmla="*/ 6410 h 915154"/>
              <a:gd name="connsiteX131" fmla="*/ 14234 w 912326"/>
              <a:gd name="connsiteY131" fmla="*/ 20173 h 915154"/>
              <a:gd name="connsiteX132" fmla="*/ 566 w 912326"/>
              <a:gd name="connsiteY132" fmla="*/ 33559 h 915154"/>
              <a:gd name="connsiteX133" fmla="*/ 6410 w 912326"/>
              <a:gd name="connsiteY133" fmla="*/ 39687 h 915154"/>
              <a:gd name="connsiteX134" fmla="*/ 20079 w 912326"/>
              <a:gd name="connsiteY134" fmla="*/ 25452 h 915154"/>
              <a:gd name="connsiteX135" fmla="*/ 615476 w 912326"/>
              <a:gd name="connsiteY135" fmla="*/ 330787 h 915154"/>
              <a:gd name="connsiteX136" fmla="*/ 621132 w 912326"/>
              <a:gd name="connsiteY136" fmla="*/ 325319 h 915154"/>
              <a:gd name="connsiteX137" fmla="*/ 606992 w 912326"/>
              <a:gd name="connsiteY137" fmla="*/ 311367 h 915154"/>
              <a:gd name="connsiteX138" fmla="*/ 620567 w 912326"/>
              <a:gd name="connsiteY138" fmla="*/ 298453 h 915154"/>
              <a:gd name="connsiteX139" fmla="*/ 615099 w 912326"/>
              <a:gd name="connsiteY139" fmla="*/ 291854 h 915154"/>
              <a:gd name="connsiteX140" fmla="*/ 601336 w 912326"/>
              <a:gd name="connsiteY140" fmla="*/ 305900 h 915154"/>
              <a:gd name="connsiteX141" fmla="*/ 588233 w 912326"/>
              <a:gd name="connsiteY141" fmla="*/ 292702 h 915154"/>
              <a:gd name="connsiteX142" fmla="*/ 581728 w 912326"/>
              <a:gd name="connsiteY142" fmla="*/ 298170 h 915154"/>
              <a:gd name="connsiteX143" fmla="*/ 595774 w 912326"/>
              <a:gd name="connsiteY143" fmla="*/ 311839 h 915154"/>
              <a:gd name="connsiteX144" fmla="*/ 582105 w 912326"/>
              <a:gd name="connsiteY144" fmla="*/ 325319 h 915154"/>
              <a:gd name="connsiteX145" fmla="*/ 587761 w 912326"/>
              <a:gd name="connsiteY145" fmla="*/ 330881 h 915154"/>
              <a:gd name="connsiteX146" fmla="*/ 601619 w 912326"/>
              <a:gd name="connsiteY146" fmla="*/ 316646 h 915154"/>
              <a:gd name="connsiteX147" fmla="*/ 615382 w 912326"/>
              <a:gd name="connsiteY147" fmla="*/ 330598 h 915154"/>
              <a:gd name="connsiteX148" fmla="*/ 887062 w 912326"/>
              <a:gd name="connsiteY148" fmla="*/ 20173 h 915154"/>
              <a:gd name="connsiteX149" fmla="*/ 873393 w 912326"/>
              <a:gd name="connsiteY149" fmla="*/ 33465 h 915154"/>
              <a:gd name="connsiteX150" fmla="*/ 878861 w 912326"/>
              <a:gd name="connsiteY150" fmla="*/ 39593 h 915154"/>
              <a:gd name="connsiteX151" fmla="*/ 892624 w 912326"/>
              <a:gd name="connsiteY151" fmla="*/ 25641 h 915154"/>
              <a:gd name="connsiteX152" fmla="*/ 906199 w 912326"/>
              <a:gd name="connsiteY152" fmla="*/ 39498 h 915154"/>
              <a:gd name="connsiteX153" fmla="*/ 912043 w 912326"/>
              <a:gd name="connsiteY153" fmla="*/ 33371 h 915154"/>
              <a:gd name="connsiteX154" fmla="*/ 897997 w 912326"/>
              <a:gd name="connsiteY154" fmla="*/ 19796 h 915154"/>
              <a:gd name="connsiteX155" fmla="*/ 911855 w 912326"/>
              <a:gd name="connsiteY155" fmla="*/ 6222 h 915154"/>
              <a:gd name="connsiteX156" fmla="*/ 905916 w 912326"/>
              <a:gd name="connsiteY156" fmla="*/ 189 h 915154"/>
              <a:gd name="connsiteX157" fmla="*/ 892247 w 912326"/>
              <a:gd name="connsiteY157" fmla="*/ 14800 h 915154"/>
              <a:gd name="connsiteX158" fmla="*/ 878955 w 912326"/>
              <a:gd name="connsiteY158" fmla="*/ 660 h 915154"/>
              <a:gd name="connsiteX159" fmla="*/ 873016 w 912326"/>
              <a:gd name="connsiteY159" fmla="*/ 6410 h 915154"/>
              <a:gd name="connsiteX160" fmla="*/ 887157 w 912326"/>
              <a:gd name="connsiteY160" fmla="*/ 20173 h 915154"/>
              <a:gd name="connsiteX161" fmla="*/ 588044 w 912326"/>
              <a:gd name="connsiteY161" fmla="*/ 584273 h 915154"/>
              <a:gd name="connsiteX162" fmla="*/ 581728 w 912326"/>
              <a:gd name="connsiteY162" fmla="*/ 590118 h 915154"/>
              <a:gd name="connsiteX163" fmla="*/ 595868 w 912326"/>
              <a:gd name="connsiteY163" fmla="*/ 603598 h 915154"/>
              <a:gd name="connsiteX164" fmla="*/ 582105 w 912326"/>
              <a:gd name="connsiteY164" fmla="*/ 617079 h 915154"/>
              <a:gd name="connsiteX165" fmla="*/ 587761 w 912326"/>
              <a:gd name="connsiteY165" fmla="*/ 622829 h 915154"/>
              <a:gd name="connsiteX166" fmla="*/ 601336 w 912326"/>
              <a:gd name="connsiteY166" fmla="*/ 608689 h 915154"/>
              <a:gd name="connsiteX167" fmla="*/ 615099 w 912326"/>
              <a:gd name="connsiteY167" fmla="*/ 622640 h 915154"/>
              <a:gd name="connsiteX168" fmla="*/ 621038 w 912326"/>
              <a:gd name="connsiteY168" fmla="*/ 616984 h 915154"/>
              <a:gd name="connsiteX169" fmla="*/ 606898 w 912326"/>
              <a:gd name="connsiteY169" fmla="*/ 603127 h 915154"/>
              <a:gd name="connsiteX170" fmla="*/ 620378 w 912326"/>
              <a:gd name="connsiteY170" fmla="*/ 590118 h 915154"/>
              <a:gd name="connsiteX171" fmla="*/ 615005 w 912326"/>
              <a:gd name="connsiteY171" fmla="*/ 583613 h 915154"/>
              <a:gd name="connsiteX172" fmla="*/ 601242 w 912326"/>
              <a:gd name="connsiteY172" fmla="*/ 597565 h 915154"/>
              <a:gd name="connsiteX173" fmla="*/ 587950 w 912326"/>
              <a:gd name="connsiteY173" fmla="*/ 584179 h 915154"/>
              <a:gd name="connsiteX174" fmla="*/ 305146 w 912326"/>
              <a:gd name="connsiteY174" fmla="*/ 20362 h 915154"/>
              <a:gd name="connsiteX175" fmla="*/ 291665 w 912326"/>
              <a:gd name="connsiteY175" fmla="*/ 33465 h 915154"/>
              <a:gd name="connsiteX176" fmla="*/ 297133 w 912326"/>
              <a:gd name="connsiteY176" fmla="*/ 39687 h 915154"/>
              <a:gd name="connsiteX177" fmla="*/ 310896 w 912326"/>
              <a:gd name="connsiteY177" fmla="*/ 25641 h 915154"/>
              <a:gd name="connsiteX178" fmla="*/ 324471 w 912326"/>
              <a:gd name="connsiteY178" fmla="*/ 39404 h 915154"/>
              <a:gd name="connsiteX179" fmla="*/ 330409 w 912326"/>
              <a:gd name="connsiteY179" fmla="*/ 33371 h 915154"/>
              <a:gd name="connsiteX180" fmla="*/ 316269 w 912326"/>
              <a:gd name="connsiteY180" fmla="*/ 19608 h 915154"/>
              <a:gd name="connsiteX181" fmla="*/ 329750 w 912326"/>
              <a:gd name="connsiteY181" fmla="*/ 6316 h 915154"/>
              <a:gd name="connsiteX182" fmla="*/ 324188 w 912326"/>
              <a:gd name="connsiteY182" fmla="*/ 0 h 915154"/>
              <a:gd name="connsiteX183" fmla="*/ 309953 w 912326"/>
              <a:gd name="connsiteY183" fmla="*/ 14423 h 915154"/>
              <a:gd name="connsiteX184" fmla="*/ 296944 w 912326"/>
              <a:gd name="connsiteY184" fmla="*/ 566 h 915154"/>
              <a:gd name="connsiteX185" fmla="*/ 291005 w 912326"/>
              <a:gd name="connsiteY185" fmla="*/ 6222 h 915154"/>
              <a:gd name="connsiteX186" fmla="*/ 305051 w 912326"/>
              <a:gd name="connsiteY186" fmla="*/ 20173 h 915154"/>
              <a:gd name="connsiteX187" fmla="*/ 911478 w 912326"/>
              <a:gd name="connsiteY187" fmla="*/ 298076 h 915154"/>
              <a:gd name="connsiteX188" fmla="*/ 906104 w 912326"/>
              <a:gd name="connsiteY188" fmla="*/ 291948 h 915154"/>
              <a:gd name="connsiteX189" fmla="*/ 892341 w 912326"/>
              <a:gd name="connsiteY189" fmla="*/ 305900 h 915154"/>
              <a:gd name="connsiteX190" fmla="*/ 879144 w 912326"/>
              <a:gd name="connsiteY190" fmla="*/ 292608 h 915154"/>
              <a:gd name="connsiteX191" fmla="*/ 872828 w 912326"/>
              <a:gd name="connsiteY191" fmla="*/ 298453 h 915154"/>
              <a:gd name="connsiteX192" fmla="*/ 886779 w 912326"/>
              <a:gd name="connsiteY192" fmla="*/ 312121 h 915154"/>
              <a:gd name="connsiteX193" fmla="*/ 873393 w 912326"/>
              <a:gd name="connsiteY193" fmla="*/ 325413 h 915154"/>
              <a:gd name="connsiteX194" fmla="*/ 879144 w 912326"/>
              <a:gd name="connsiteY194" fmla="*/ 331446 h 915154"/>
              <a:gd name="connsiteX195" fmla="*/ 893190 w 912326"/>
              <a:gd name="connsiteY195" fmla="*/ 317023 h 915154"/>
              <a:gd name="connsiteX196" fmla="*/ 906199 w 912326"/>
              <a:gd name="connsiteY196" fmla="*/ 330315 h 915154"/>
              <a:gd name="connsiteX197" fmla="*/ 912043 w 912326"/>
              <a:gd name="connsiteY197" fmla="*/ 325413 h 915154"/>
              <a:gd name="connsiteX198" fmla="*/ 897903 w 912326"/>
              <a:gd name="connsiteY198" fmla="*/ 311462 h 915154"/>
              <a:gd name="connsiteX199" fmla="*/ 911478 w 912326"/>
              <a:gd name="connsiteY199" fmla="*/ 298076 h 915154"/>
              <a:gd name="connsiteX200" fmla="*/ 872828 w 912326"/>
              <a:gd name="connsiteY200" fmla="*/ 590024 h 915154"/>
              <a:gd name="connsiteX201" fmla="*/ 887157 w 912326"/>
              <a:gd name="connsiteY201" fmla="*/ 603598 h 915154"/>
              <a:gd name="connsiteX202" fmla="*/ 873393 w 912326"/>
              <a:gd name="connsiteY202" fmla="*/ 617079 h 915154"/>
              <a:gd name="connsiteX203" fmla="*/ 878955 w 912326"/>
              <a:gd name="connsiteY203" fmla="*/ 623018 h 915154"/>
              <a:gd name="connsiteX204" fmla="*/ 892530 w 912326"/>
              <a:gd name="connsiteY204" fmla="*/ 608972 h 915154"/>
              <a:gd name="connsiteX205" fmla="*/ 905916 w 912326"/>
              <a:gd name="connsiteY205" fmla="*/ 622923 h 915154"/>
              <a:gd name="connsiteX206" fmla="*/ 912326 w 912326"/>
              <a:gd name="connsiteY206" fmla="*/ 616796 h 915154"/>
              <a:gd name="connsiteX207" fmla="*/ 897903 w 912326"/>
              <a:gd name="connsiteY207" fmla="*/ 602844 h 915154"/>
              <a:gd name="connsiteX208" fmla="*/ 911478 w 912326"/>
              <a:gd name="connsiteY208" fmla="*/ 590024 h 915154"/>
              <a:gd name="connsiteX209" fmla="*/ 905916 w 912326"/>
              <a:gd name="connsiteY209" fmla="*/ 583708 h 915154"/>
              <a:gd name="connsiteX210" fmla="*/ 892341 w 912326"/>
              <a:gd name="connsiteY210" fmla="*/ 597754 h 915154"/>
              <a:gd name="connsiteX211" fmla="*/ 878861 w 912326"/>
              <a:gd name="connsiteY211" fmla="*/ 584085 h 915154"/>
              <a:gd name="connsiteX212" fmla="*/ 872828 w 912326"/>
              <a:gd name="connsiteY212" fmla="*/ 590118 h 91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912326" h="915154">
                <a:moveTo>
                  <a:pt x="587573" y="914871"/>
                </a:moveTo>
                <a:cubicBezTo>
                  <a:pt x="585876" y="912986"/>
                  <a:pt x="584085" y="911195"/>
                  <a:pt x="582199" y="909215"/>
                </a:cubicBezTo>
                <a:cubicBezTo>
                  <a:pt x="586819" y="904690"/>
                  <a:pt x="591343" y="900166"/>
                  <a:pt x="596151" y="895546"/>
                </a:cubicBezTo>
                <a:cubicBezTo>
                  <a:pt x="591249" y="890739"/>
                  <a:pt x="586724" y="886308"/>
                  <a:pt x="582011" y="881689"/>
                </a:cubicBezTo>
                <a:cubicBezTo>
                  <a:pt x="584085" y="879804"/>
                  <a:pt x="585970" y="878107"/>
                  <a:pt x="588044" y="876316"/>
                </a:cubicBezTo>
                <a:cubicBezTo>
                  <a:pt x="592286" y="880652"/>
                  <a:pt x="596622" y="885271"/>
                  <a:pt x="601147" y="889890"/>
                </a:cubicBezTo>
                <a:cubicBezTo>
                  <a:pt x="606049" y="884894"/>
                  <a:pt x="610386" y="880369"/>
                  <a:pt x="614910" y="875750"/>
                </a:cubicBezTo>
                <a:cubicBezTo>
                  <a:pt x="617173" y="878107"/>
                  <a:pt x="618870" y="879992"/>
                  <a:pt x="620944" y="882066"/>
                </a:cubicBezTo>
                <a:cubicBezTo>
                  <a:pt x="616607" y="886308"/>
                  <a:pt x="612082" y="890739"/>
                  <a:pt x="607463" y="895264"/>
                </a:cubicBezTo>
                <a:cubicBezTo>
                  <a:pt x="612082" y="899883"/>
                  <a:pt x="616607" y="904313"/>
                  <a:pt x="621321" y="909027"/>
                </a:cubicBezTo>
                <a:cubicBezTo>
                  <a:pt x="619153" y="911006"/>
                  <a:pt x="617361" y="912703"/>
                  <a:pt x="615476" y="914400"/>
                </a:cubicBezTo>
                <a:cubicBezTo>
                  <a:pt x="611234" y="910064"/>
                  <a:pt x="606803" y="905539"/>
                  <a:pt x="602844" y="901485"/>
                </a:cubicBezTo>
                <a:cubicBezTo>
                  <a:pt x="597659" y="906293"/>
                  <a:pt x="592946" y="910629"/>
                  <a:pt x="588327" y="914966"/>
                </a:cubicBezTo>
                <a:lnTo>
                  <a:pt x="587761" y="914966"/>
                </a:lnTo>
                <a:close/>
                <a:moveTo>
                  <a:pt x="878861" y="914871"/>
                </a:moveTo>
                <a:cubicBezTo>
                  <a:pt x="883386" y="910441"/>
                  <a:pt x="888005" y="906010"/>
                  <a:pt x="892341" y="901768"/>
                </a:cubicBezTo>
                <a:cubicBezTo>
                  <a:pt x="896866" y="906104"/>
                  <a:pt x="901485" y="910535"/>
                  <a:pt x="906104" y="914871"/>
                </a:cubicBezTo>
                <a:lnTo>
                  <a:pt x="906670" y="914871"/>
                </a:lnTo>
                <a:cubicBezTo>
                  <a:pt x="908367" y="912986"/>
                  <a:pt x="910158" y="911006"/>
                  <a:pt x="912138" y="908744"/>
                </a:cubicBezTo>
                <a:cubicBezTo>
                  <a:pt x="907424" y="904219"/>
                  <a:pt x="902899" y="899789"/>
                  <a:pt x="898280" y="895169"/>
                </a:cubicBezTo>
                <a:cubicBezTo>
                  <a:pt x="902899" y="890644"/>
                  <a:pt x="907424" y="886214"/>
                  <a:pt x="911666" y="881972"/>
                </a:cubicBezTo>
                <a:cubicBezTo>
                  <a:pt x="909781" y="879898"/>
                  <a:pt x="908084" y="877918"/>
                  <a:pt x="905916" y="875467"/>
                </a:cubicBezTo>
                <a:cubicBezTo>
                  <a:pt x="901297" y="880275"/>
                  <a:pt x="896960" y="884800"/>
                  <a:pt x="892247" y="889796"/>
                </a:cubicBezTo>
                <a:cubicBezTo>
                  <a:pt x="887628" y="885083"/>
                  <a:pt x="883197" y="880558"/>
                  <a:pt x="878672" y="875939"/>
                </a:cubicBezTo>
                <a:cubicBezTo>
                  <a:pt x="876787" y="877918"/>
                  <a:pt x="874996" y="879709"/>
                  <a:pt x="872828" y="881878"/>
                </a:cubicBezTo>
                <a:cubicBezTo>
                  <a:pt x="877447" y="886402"/>
                  <a:pt x="881972" y="890833"/>
                  <a:pt x="886874" y="895735"/>
                </a:cubicBezTo>
                <a:cubicBezTo>
                  <a:pt x="882160" y="900260"/>
                  <a:pt x="877730" y="904690"/>
                  <a:pt x="873111" y="909121"/>
                </a:cubicBezTo>
                <a:cubicBezTo>
                  <a:pt x="874902" y="911195"/>
                  <a:pt x="876599" y="913080"/>
                  <a:pt x="878201" y="914966"/>
                </a:cubicBezTo>
                <a:lnTo>
                  <a:pt x="878767" y="914966"/>
                </a:lnTo>
                <a:close/>
                <a:moveTo>
                  <a:pt x="6222" y="914871"/>
                </a:moveTo>
                <a:cubicBezTo>
                  <a:pt x="10841" y="910441"/>
                  <a:pt x="15366" y="906010"/>
                  <a:pt x="20362" y="901297"/>
                </a:cubicBezTo>
                <a:cubicBezTo>
                  <a:pt x="24604" y="905633"/>
                  <a:pt x="29035" y="910064"/>
                  <a:pt x="33654" y="914683"/>
                </a:cubicBezTo>
                <a:cubicBezTo>
                  <a:pt x="35539" y="912797"/>
                  <a:pt x="37236" y="911006"/>
                  <a:pt x="39404" y="908744"/>
                </a:cubicBezTo>
                <a:cubicBezTo>
                  <a:pt x="34785" y="904219"/>
                  <a:pt x="30260" y="899789"/>
                  <a:pt x="25358" y="895075"/>
                </a:cubicBezTo>
                <a:cubicBezTo>
                  <a:pt x="30072" y="890456"/>
                  <a:pt x="34596" y="886025"/>
                  <a:pt x="38838" y="881972"/>
                </a:cubicBezTo>
                <a:cubicBezTo>
                  <a:pt x="36953" y="879992"/>
                  <a:pt x="35162" y="878107"/>
                  <a:pt x="32805" y="875656"/>
                </a:cubicBezTo>
                <a:cubicBezTo>
                  <a:pt x="28375" y="880275"/>
                  <a:pt x="24038" y="884800"/>
                  <a:pt x="19231" y="889890"/>
                </a:cubicBezTo>
                <a:cubicBezTo>
                  <a:pt x="14706" y="885177"/>
                  <a:pt x="10369" y="880652"/>
                  <a:pt x="6033" y="876221"/>
                </a:cubicBezTo>
                <a:cubicBezTo>
                  <a:pt x="4148" y="878013"/>
                  <a:pt x="2262" y="879804"/>
                  <a:pt x="283" y="881689"/>
                </a:cubicBezTo>
                <a:cubicBezTo>
                  <a:pt x="4996" y="886308"/>
                  <a:pt x="9427" y="890739"/>
                  <a:pt x="14329" y="895546"/>
                </a:cubicBezTo>
                <a:cubicBezTo>
                  <a:pt x="9615" y="900166"/>
                  <a:pt x="5090" y="904690"/>
                  <a:pt x="471" y="909215"/>
                </a:cubicBezTo>
                <a:cubicBezTo>
                  <a:pt x="2357" y="911195"/>
                  <a:pt x="4054" y="913080"/>
                  <a:pt x="5750" y="914966"/>
                </a:cubicBezTo>
                <a:lnTo>
                  <a:pt x="6316" y="914966"/>
                </a:lnTo>
                <a:close/>
                <a:moveTo>
                  <a:pt x="324753" y="914871"/>
                </a:moveTo>
                <a:cubicBezTo>
                  <a:pt x="326545" y="912986"/>
                  <a:pt x="328241" y="911006"/>
                  <a:pt x="330315" y="908838"/>
                </a:cubicBezTo>
                <a:cubicBezTo>
                  <a:pt x="325696" y="904219"/>
                  <a:pt x="321171" y="899789"/>
                  <a:pt x="316458" y="895075"/>
                </a:cubicBezTo>
                <a:cubicBezTo>
                  <a:pt x="320983" y="890550"/>
                  <a:pt x="325508" y="886120"/>
                  <a:pt x="330127" y="881595"/>
                </a:cubicBezTo>
                <a:cubicBezTo>
                  <a:pt x="328241" y="879709"/>
                  <a:pt x="326450" y="877918"/>
                  <a:pt x="324188" y="875656"/>
                </a:cubicBezTo>
                <a:cubicBezTo>
                  <a:pt x="319569" y="880275"/>
                  <a:pt x="315138" y="884800"/>
                  <a:pt x="310142" y="889890"/>
                </a:cubicBezTo>
                <a:cubicBezTo>
                  <a:pt x="305523" y="885177"/>
                  <a:pt x="301092" y="880652"/>
                  <a:pt x="296850" y="876221"/>
                </a:cubicBezTo>
                <a:cubicBezTo>
                  <a:pt x="294965" y="878013"/>
                  <a:pt x="293079" y="879709"/>
                  <a:pt x="291005" y="881689"/>
                </a:cubicBezTo>
                <a:cubicBezTo>
                  <a:pt x="295719" y="886308"/>
                  <a:pt x="300149" y="890739"/>
                  <a:pt x="305051" y="895641"/>
                </a:cubicBezTo>
                <a:cubicBezTo>
                  <a:pt x="300432" y="900260"/>
                  <a:pt x="295907" y="904690"/>
                  <a:pt x="291948" y="908650"/>
                </a:cubicBezTo>
                <a:cubicBezTo>
                  <a:pt x="293645" y="910724"/>
                  <a:pt x="295153" y="912703"/>
                  <a:pt x="297133" y="915154"/>
                </a:cubicBezTo>
                <a:cubicBezTo>
                  <a:pt x="301846" y="910346"/>
                  <a:pt x="306183" y="905822"/>
                  <a:pt x="310142" y="901768"/>
                </a:cubicBezTo>
                <a:cubicBezTo>
                  <a:pt x="314950" y="906199"/>
                  <a:pt x="319569" y="910535"/>
                  <a:pt x="324188" y="914871"/>
                </a:cubicBezTo>
                <a:lnTo>
                  <a:pt x="324753" y="914871"/>
                </a:lnTo>
                <a:close/>
                <a:moveTo>
                  <a:pt x="595868" y="20079"/>
                </a:moveTo>
                <a:cubicBezTo>
                  <a:pt x="591249" y="24604"/>
                  <a:pt x="586724" y="29035"/>
                  <a:pt x="582388" y="33277"/>
                </a:cubicBezTo>
                <a:cubicBezTo>
                  <a:pt x="584368" y="35351"/>
                  <a:pt x="586064" y="37236"/>
                  <a:pt x="588421" y="39781"/>
                </a:cubicBezTo>
                <a:cubicBezTo>
                  <a:pt x="592852" y="35068"/>
                  <a:pt x="597188" y="30449"/>
                  <a:pt x="601901" y="25358"/>
                </a:cubicBezTo>
                <a:cubicBezTo>
                  <a:pt x="606521" y="30166"/>
                  <a:pt x="610857" y="34691"/>
                  <a:pt x="615288" y="39404"/>
                </a:cubicBezTo>
                <a:cubicBezTo>
                  <a:pt x="617267" y="37424"/>
                  <a:pt x="619058" y="35633"/>
                  <a:pt x="621321" y="33371"/>
                </a:cubicBezTo>
                <a:cubicBezTo>
                  <a:pt x="616607" y="28752"/>
                  <a:pt x="612082" y="24321"/>
                  <a:pt x="607086" y="19419"/>
                </a:cubicBezTo>
                <a:cubicBezTo>
                  <a:pt x="611705" y="14894"/>
                  <a:pt x="616230" y="10558"/>
                  <a:pt x="620661" y="6222"/>
                </a:cubicBezTo>
                <a:cubicBezTo>
                  <a:pt x="618870" y="4242"/>
                  <a:pt x="617173" y="2451"/>
                  <a:pt x="615193" y="377"/>
                </a:cubicBezTo>
                <a:cubicBezTo>
                  <a:pt x="610574" y="5090"/>
                  <a:pt x="606144" y="9521"/>
                  <a:pt x="601242" y="14612"/>
                </a:cubicBezTo>
                <a:cubicBezTo>
                  <a:pt x="596622" y="9804"/>
                  <a:pt x="592192" y="5279"/>
                  <a:pt x="587667" y="660"/>
                </a:cubicBezTo>
                <a:cubicBezTo>
                  <a:pt x="585782" y="2545"/>
                  <a:pt x="584085" y="4242"/>
                  <a:pt x="581822" y="6410"/>
                </a:cubicBezTo>
                <a:cubicBezTo>
                  <a:pt x="586536" y="11029"/>
                  <a:pt x="591061" y="15460"/>
                  <a:pt x="595774" y="20079"/>
                </a:cubicBezTo>
                <a:close/>
                <a:moveTo>
                  <a:pt x="39687" y="325036"/>
                </a:moveTo>
                <a:cubicBezTo>
                  <a:pt x="34879" y="320417"/>
                  <a:pt x="30354" y="315986"/>
                  <a:pt x="25358" y="311273"/>
                </a:cubicBezTo>
                <a:cubicBezTo>
                  <a:pt x="29977" y="306748"/>
                  <a:pt x="34408" y="302318"/>
                  <a:pt x="38838" y="297887"/>
                </a:cubicBezTo>
                <a:cubicBezTo>
                  <a:pt x="37047" y="296002"/>
                  <a:pt x="35351" y="294211"/>
                  <a:pt x="33088" y="291948"/>
                </a:cubicBezTo>
                <a:cubicBezTo>
                  <a:pt x="28469" y="296567"/>
                  <a:pt x="24038" y="301092"/>
                  <a:pt x="19136" y="306088"/>
                </a:cubicBezTo>
                <a:cubicBezTo>
                  <a:pt x="14612" y="301469"/>
                  <a:pt x="10181" y="296944"/>
                  <a:pt x="5939" y="292514"/>
                </a:cubicBezTo>
                <a:cubicBezTo>
                  <a:pt x="4054" y="294305"/>
                  <a:pt x="2262" y="296096"/>
                  <a:pt x="0" y="298264"/>
                </a:cubicBezTo>
                <a:cubicBezTo>
                  <a:pt x="4713" y="302789"/>
                  <a:pt x="9238" y="307125"/>
                  <a:pt x="14234" y="311933"/>
                </a:cubicBezTo>
                <a:cubicBezTo>
                  <a:pt x="9521" y="316552"/>
                  <a:pt x="4996" y="320983"/>
                  <a:pt x="566" y="325319"/>
                </a:cubicBezTo>
                <a:cubicBezTo>
                  <a:pt x="2357" y="327204"/>
                  <a:pt x="4054" y="329090"/>
                  <a:pt x="6033" y="331164"/>
                </a:cubicBezTo>
                <a:cubicBezTo>
                  <a:pt x="10652" y="326545"/>
                  <a:pt x="15083" y="322020"/>
                  <a:pt x="19702" y="317401"/>
                </a:cubicBezTo>
                <a:cubicBezTo>
                  <a:pt x="24321" y="322114"/>
                  <a:pt x="28752" y="326639"/>
                  <a:pt x="33182" y="331164"/>
                </a:cubicBezTo>
                <a:cubicBezTo>
                  <a:pt x="35539" y="328995"/>
                  <a:pt x="37330" y="327204"/>
                  <a:pt x="39687" y="325036"/>
                </a:cubicBezTo>
                <a:close/>
                <a:moveTo>
                  <a:pt x="329844" y="298170"/>
                </a:moveTo>
                <a:cubicBezTo>
                  <a:pt x="328053" y="296190"/>
                  <a:pt x="326356" y="294305"/>
                  <a:pt x="324094" y="291854"/>
                </a:cubicBezTo>
                <a:cubicBezTo>
                  <a:pt x="319569" y="296662"/>
                  <a:pt x="315232" y="301281"/>
                  <a:pt x="310425" y="306371"/>
                </a:cubicBezTo>
                <a:cubicBezTo>
                  <a:pt x="305711" y="301469"/>
                  <a:pt x="301281" y="297039"/>
                  <a:pt x="296944" y="292514"/>
                </a:cubicBezTo>
                <a:cubicBezTo>
                  <a:pt x="295059" y="294399"/>
                  <a:pt x="293268" y="296190"/>
                  <a:pt x="291005" y="298453"/>
                </a:cubicBezTo>
                <a:cubicBezTo>
                  <a:pt x="295625" y="302978"/>
                  <a:pt x="300149" y="307408"/>
                  <a:pt x="305051" y="312404"/>
                </a:cubicBezTo>
                <a:cubicBezTo>
                  <a:pt x="300432" y="316835"/>
                  <a:pt x="295907" y="321265"/>
                  <a:pt x="291665" y="325508"/>
                </a:cubicBezTo>
                <a:cubicBezTo>
                  <a:pt x="293456" y="327393"/>
                  <a:pt x="295153" y="329278"/>
                  <a:pt x="297133" y="331446"/>
                </a:cubicBezTo>
                <a:cubicBezTo>
                  <a:pt x="301658" y="326733"/>
                  <a:pt x="306088" y="322208"/>
                  <a:pt x="310707" y="317495"/>
                </a:cubicBezTo>
                <a:cubicBezTo>
                  <a:pt x="315327" y="322302"/>
                  <a:pt x="319757" y="326827"/>
                  <a:pt x="323999" y="331069"/>
                </a:cubicBezTo>
                <a:cubicBezTo>
                  <a:pt x="326262" y="329090"/>
                  <a:pt x="328147" y="327299"/>
                  <a:pt x="330315" y="325413"/>
                </a:cubicBezTo>
                <a:cubicBezTo>
                  <a:pt x="325602" y="320888"/>
                  <a:pt x="321171" y="316552"/>
                  <a:pt x="316175" y="311650"/>
                </a:cubicBezTo>
                <a:cubicBezTo>
                  <a:pt x="320983" y="306937"/>
                  <a:pt x="325508" y="302506"/>
                  <a:pt x="329844" y="298264"/>
                </a:cubicBezTo>
                <a:close/>
                <a:moveTo>
                  <a:pt x="19419" y="598131"/>
                </a:moveTo>
                <a:cubicBezTo>
                  <a:pt x="14706" y="593229"/>
                  <a:pt x="10369" y="588704"/>
                  <a:pt x="6127" y="584273"/>
                </a:cubicBezTo>
                <a:cubicBezTo>
                  <a:pt x="4242" y="586159"/>
                  <a:pt x="2451" y="587856"/>
                  <a:pt x="283" y="589929"/>
                </a:cubicBezTo>
                <a:cubicBezTo>
                  <a:pt x="4808" y="594360"/>
                  <a:pt x="9427" y="598696"/>
                  <a:pt x="14329" y="603504"/>
                </a:cubicBezTo>
                <a:cubicBezTo>
                  <a:pt x="9521" y="608217"/>
                  <a:pt x="4996" y="612742"/>
                  <a:pt x="754" y="616796"/>
                </a:cubicBezTo>
                <a:cubicBezTo>
                  <a:pt x="2545" y="618870"/>
                  <a:pt x="4242" y="620755"/>
                  <a:pt x="6316" y="623112"/>
                </a:cubicBezTo>
                <a:cubicBezTo>
                  <a:pt x="10935" y="618398"/>
                  <a:pt x="15366" y="613874"/>
                  <a:pt x="20173" y="609066"/>
                </a:cubicBezTo>
                <a:cubicBezTo>
                  <a:pt x="24698" y="613685"/>
                  <a:pt x="29035" y="618116"/>
                  <a:pt x="33371" y="622546"/>
                </a:cubicBezTo>
                <a:cubicBezTo>
                  <a:pt x="35445" y="620661"/>
                  <a:pt x="37236" y="618964"/>
                  <a:pt x="39593" y="616796"/>
                </a:cubicBezTo>
                <a:cubicBezTo>
                  <a:pt x="34973" y="612271"/>
                  <a:pt x="30354" y="607840"/>
                  <a:pt x="25452" y="603127"/>
                </a:cubicBezTo>
                <a:cubicBezTo>
                  <a:pt x="30166" y="598414"/>
                  <a:pt x="34691" y="593983"/>
                  <a:pt x="39216" y="589552"/>
                </a:cubicBezTo>
                <a:cubicBezTo>
                  <a:pt x="37330" y="587667"/>
                  <a:pt x="35539" y="585876"/>
                  <a:pt x="33182" y="583425"/>
                </a:cubicBezTo>
                <a:cubicBezTo>
                  <a:pt x="28752" y="588233"/>
                  <a:pt x="24321" y="592852"/>
                  <a:pt x="19513" y="598036"/>
                </a:cubicBezTo>
                <a:close/>
                <a:moveTo>
                  <a:pt x="297133" y="584179"/>
                </a:moveTo>
                <a:cubicBezTo>
                  <a:pt x="295153" y="586159"/>
                  <a:pt x="293362" y="587950"/>
                  <a:pt x="291383" y="589929"/>
                </a:cubicBezTo>
                <a:cubicBezTo>
                  <a:pt x="295813" y="594360"/>
                  <a:pt x="300338" y="598791"/>
                  <a:pt x="305240" y="603598"/>
                </a:cubicBezTo>
                <a:cubicBezTo>
                  <a:pt x="300527" y="608217"/>
                  <a:pt x="296002" y="612648"/>
                  <a:pt x="291665" y="616796"/>
                </a:cubicBezTo>
                <a:cubicBezTo>
                  <a:pt x="293551" y="618870"/>
                  <a:pt x="295248" y="620755"/>
                  <a:pt x="297227" y="622923"/>
                </a:cubicBezTo>
                <a:cubicBezTo>
                  <a:pt x="301846" y="618304"/>
                  <a:pt x="306183" y="613779"/>
                  <a:pt x="310896" y="609066"/>
                </a:cubicBezTo>
                <a:cubicBezTo>
                  <a:pt x="315515" y="613685"/>
                  <a:pt x="319946" y="618210"/>
                  <a:pt x="324565" y="622829"/>
                </a:cubicBezTo>
                <a:cubicBezTo>
                  <a:pt x="326545" y="620755"/>
                  <a:pt x="328241" y="618964"/>
                  <a:pt x="330504" y="616702"/>
                </a:cubicBezTo>
                <a:cubicBezTo>
                  <a:pt x="325885" y="612271"/>
                  <a:pt x="321360" y="607840"/>
                  <a:pt x="316364" y="603033"/>
                </a:cubicBezTo>
                <a:cubicBezTo>
                  <a:pt x="321077" y="598414"/>
                  <a:pt x="325602" y="594077"/>
                  <a:pt x="330221" y="589552"/>
                </a:cubicBezTo>
                <a:cubicBezTo>
                  <a:pt x="328336" y="587573"/>
                  <a:pt x="326545" y="585782"/>
                  <a:pt x="324659" y="583896"/>
                </a:cubicBezTo>
                <a:cubicBezTo>
                  <a:pt x="320040" y="588515"/>
                  <a:pt x="315609" y="592946"/>
                  <a:pt x="310519" y="598131"/>
                </a:cubicBezTo>
                <a:cubicBezTo>
                  <a:pt x="305806" y="593135"/>
                  <a:pt x="301469" y="588610"/>
                  <a:pt x="297227" y="584179"/>
                </a:cubicBezTo>
                <a:close/>
                <a:moveTo>
                  <a:pt x="19985" y="25547"/>
                </a:moveTo>
                <a:cubicBezTo>
                  <a:pt x="24604" y="30260"/>
                  <a:pt x="28940" y="34785"/>
                  <a:pt x="33465" y="39404"/>
                </a:cubicBezTo>
                <a:cubicBezTo>
                  <a:pt x="35445" y="37424"/>
                  <a:pt x="37142" y="35633"/>
                  <a:pt x="39310" y="33465"/>
                </a:cubicBezTo>
                <a:cubicBezTo>
                  <a:pt x="34691" y="28940"/>
                  <a:pt x="30166" y="24510"/>
                  <a:pt x="25264" y="19608"/>
                </a:cubicBezTo>
                <a:cubicBezTo>
                  <a:pt x="29977" y="15083"/>
                  <a:pt x="34502" y="10652"/>
                  <a:pt x="39027" y="6316"/>
                </a:cubicBezTo>
                <a:cubicBezTo>
                  <a:pt x="37142" y="4336"/>
                  <a:pt x="35351" y="2545"/>
                  <a:pt x="33182" y="283"/>
                </a:cubicBezTo>
                <a:cubicBezTo>
                  <a:pt x="28563" y="4996"/>
                  <a:pt x="24133" y="9521"/>
                  <a:pt x="19231" y="14517"/>
                </a:cubicBezTo>
                <a:cubicBezTo>
                  <a:pt x="14612" y="9804"/>
                  <a:pt x="10181" y="5373"/>
                  <a:pt x="5939" y="943"/>
                </a:cubicBezTo>
                <a:cubicBezTo>
                  <a:pt x="4054" y="2734"/>
                  <a:pt x="2262" y="4431"/>
                  <a:pt x="189" y="6410"/>
                </a:cubicBezTo>
                <a:cubicBezTo>
                  <a:pt x="4808" y="10935"/>
                  <a:pt x="9333" y="15366"/>
                  <a:pt x="14234" y="20173"/>
                </a:cubicBezTo>
                <a:cubicBezTo>
                  <a:pt x="9521" y="24792"/>
                  <a:pt x="4902" y="29317"/>
                  <a:pt x="566" y="33559"/>
                </a:cubicBezTo>
                <a:cubicBezTo>
                  <a:pt x="2357" y="35445"/>
                  <a:pt x="4054" y="37236"/>
                  <a:pt x="6410" y="39687"/>
                </a:cubicBezTo>
                <a:cubicBezTo>
                  <a:pt x="10935" y="34973"/>
                  <a:pt x="15271" y="30449"/>
                  <a:pt x="20079" y="25452"/>
                </a:cubicBezTo>
                <a:close/>
                <a:moveTo>
                  <a:pt x="615476" y="330787"/>
                </a:moveTo>
                <a:cubicBezTo>
                  <a:pt x="617361" y="328995"/>
                  <a:pt x="619153" y="327299"/>
                  <a:pt x="621132" y="325319"/>
                </a:cubicBezTo>
                <a:cubicBezTo>
                  <a:pt x="616513" y="320700"/>
                  <a:pt x="611988" y="316269"/>
                  <a:pt x="606992" y="311367"/>
                </a:cubicBezTo>
                <a:cubicBezTo>
                  <a:pt x="611800" y="306842"/>
                  <a:pt x="616419" y="302412"/>
                  <a:pt x="620567" y="298453"/>
                </a:cubicBezTo>
                <a:cubicBezTo>
                  <a:pt x="618681" y="296190"/>
                  <a:pt x="617079" y="294211"/>
                  <a:pt x="615099" y="291854"/>
                </a:cubicBezTo>
                <a:cubicBezTo>
                  <a:pt x="610386" y="296662"/>
                  <a:pt x="605955" y="301092"/>
                  <a:pt x="601336" y="305900"/>
                </a:cubicBezTo>
                <a:cubicBezTo>
                  <a:pt x="596811" y="301281"/>
                  <a:pt x="592380" y="296850"/>
                  <a:pt x="588233" y="292702"/>
                </a:cubicBezTo>
                <a:cubicBezTo>
                  <a:pt x="586064" y="294493"/>
                  <a:pt x="584085" y="296190"/>
                  <a:pt x="581728" y="298170"/>
                </a:cubicBezTo>
                <a:cubicBezTo>
                  <a:pt x="586536" y="302883"/>
                  <a:pt x="591061" y="307314"/>
                  <a:pt x="595774" y="311839"/>
                </a:cubicBezTo>
                <a:cubicBezTo>
                  <a:pt x="591155" y="316364"/>
                  <a:pt x="586724" y="320888"/>
                  <a:pt x="582105" y="325319"/>
                </a:cubicBezTo>
                <a:cubicBezTo>
                  <a:pt x="583991" y="327204"/>
                  <a:pt x="585782" y="328995"/>
                  <a:pt x="587761" y="330881"/>
                </a:cubicBezTo>
                <a:cubicBezTo>
                  <a:pt x="592286" y="326262"/>
                  <a:pt x="596622" y="321831"/>
                  <a:pt x="601619" y="316646"/>
                </a:cubicBezTo>
                <a:cubicBezTo>
                  <a:pt x="606615" y="321643"/>
                  <a:pt x="610951" y="326167"/>
                  <a:pt x="615382" y="330598"/>
                </a:cubicBezTo>
                <a:close/>
                <a:moveTo>
                  <a:pt x="887062" y="20173"/>
                </a:moveTo>
                <a:cubicBezTo>
                  <a:pt x="882255" y="24792"/>
                  <a:pt x="877730" y="29317"/>
                  <a:pt x="873393" y="33465"/>
                </a:cubicBezTo>
                <a:cubicBezTo>
                  <a:pt x="875279" y="35539"/>
                  <a:pt x="876881" y="37424"/>
                  <a:pt x="878861" y="39593"/>
                </a:cubicBezTo>
                <a:cubicBezTo>
                  <a:pt x="883480" y="34879"/>
                  <a:pt x="887911" y="30354"/>
                  <a:pt x="892624" y="25641"/>
                </a:cubicBezTo>
                <a:cubicBezTo>
                  <a:pt x="897243" y="30354"/>
                  <a:pt x="901674" y="34879"/>
                  <a:pt x="906199" y="39498"/>
                </a:cubicBezTo>
                <a:cubicBezTo>
                  <a:pt x="908178" y="37424"/>
                  <a:pt x="909969" y="35633"/>
                  <a:pt x="912043" y="33371"/>
                </a:cubicBezTo>
                <a:cubicBezTo>
                  <a:pt x="907518" y="28940"/>
                  <a:pt x="902899" y="24510"/>
                  <a:pt x="897997" y="19796"/>
                </a:cubicBezTo>
                <a:cubicBezTo>
                  <a:pt x="902711" y="15083"/>
                  <a:pt x="907236" y="10747"/>
                  <a:pt x="911855" y="6222"/>
                </a:cubicBezTo>
                <a:cubicBezTo>
                  <a:pt x="909969" y="4336"/>
                  <a:pt x="908178" y="2545"/>
                  <a:pt x="905916" y="189"/>
                </a:cubicBezTo>
                <a:cubicBezTo>
                  <a:pt x="901485" y="4902"/>
                  <a:pt x="897149" y="9615"/>
                  <a:pt x="892247" y="14800"/>
                </a:cubicBezTo>
                <a:cubicBezTo>
                  <a:pt x="887534" y="9804"/>
                  <a:pt x="883197" y="5279"/>
                  <a:pt x="878955" y="660"/>
                </a:cubicBezTo>
                <a:cubicBezTo>
                  <a:pt x="876976" y="2545"/>
                  <a:pt x="875279" y="4242"/>
                  <a:pt x="873016" y="6410"/>
                </a:cubicBezTo>
                <a:cubicBezTo>
                  <a:pt x="877635" y="10935"/>
                  <a:pt x="882160" y="15366"/>
                  <a:pt x="887157" y="20173"/>
                </a:cubicBezTo>
                <a:close/>
                <a:moveTo>
                  <a:pt x="588044" y="584273"/>
                </a:moveTo>
                <a:cubicBezTo>
                  <a:pt x="585970" y="586159"/>
                  <a:pt x="584085" y="587856"/>
                  <a:pt x="581728" y="590118"/>
                </a:cubicBezTo>
                <a:cubicBezTo>
                  <a:pt x="586536" y="594643"/>
                  <a:pt x="591061" y="599073"/>
                  <a:pt x="595868" y="603598"/>
                </a:cubicBezTo>
                <a:cubicBezTo>
                  <a:pt x="591155" y="608217"/>
                  <a:pt x="586630" y="612648"/>
                  <a:pt x="582105" y="617079"/>
                </a:cubicBezTo>
                <a:cubicBezTo>
                  <a:pt x="583991" y="618964"/>
                  <a:pt x="585782" y="620755"/>
                  <a:pt x="587761" y="622829"/>
                </a:cubicBezTo>
                <a:cubicBezTo>
                  <a:pt x="592192" y="618210"/>
                  <a:pt x="596528" y="613685"/>
                  <a:pt x="601336" y="608689"/>
                </a:cubicBezTo>
                <a:cubicBezTo>
                  <a:pt x="606238" y="613685"/>
                  <a:pt x="610763" y="618210"/>
                  <a:pt x="615099" y="622640"/>
                </a:cubicBezTo>
                <a:cubicBezTo>
                  <a:pt x="617173" y="620661"/>
                  <a:pt x="618964" y="618964"/>
                  <a:pt x="621038" y="616984"/>
                </a:cubicBezTo>
                <a:cubicBezTo>
                  <a:pt x="616324" y="612365"/>
                  <a:pt x="611894" y="607935"/>
                  <a:pt x="606898" y="603127"/>
                </a:cubicBezTo>
                <a:cubicBezTo>
                  <a:pt x="611611" y="598508"/>
                  <a:pt x="616230" y="594077"/>
                  <a:pt x="620378" y="590118"/>
                </a:cubicBezTo>
                <a:cubicBezTo>
                  <a:pt x="618587" y="587950"/>
                  <a:pt x="616984" y="585970"/>
                  <a:pt x="615005" y="583613"/>
                </a:cubicBezTo>
                <a:cubicBezTo>
                  <a:pt x="610291" y="588327"/>
                  <a:pt x="605955" y="592852"/>
                  <a:pt x="601242" y="597565"/>
                </a:cubicBezTo>
                <a:cubicBezTo>
                  <a:pt x="596717" y="592946"/>
                  <a:pt x="592286" y="588515"/>
                  <a:pt x="587950" y="584179"/>
                </a:cubicBezTo>
                <a:close/>
                <a:moveTo>
                  <a:pt x="305146" y="20362"/>
                </a:moveTo>
                <a:cubicBezTo>
                  <a:pt x="300432" y="24887"/>
                  <a:pt x="295907" y="29317"/>
                  <a:pt x="291665" y="33465"/>
                </a:cubicBezTo>
                <a:cubicBezTo>
                  <a:pt x="293456" y="35539"/>
                  <a:pt x="295153" y="37424"/>
                  <a:pt x="297133" y="39687"/>
                </a:cubicBezTo>
                <a:cubicBezTo>
                  <a:pt x="301752" y="34973"/>
                  <a:pt x="306183" y="30449"/>
                  <a:pt x="310896" y="25641"/>
                </a:cubicBezTo>
                <a:cubicBezTo>
                  <a:pt x="315515" y="30260"/>
                  <a:pt x="319946" y="34785"/>
                  <a:pt x="324471" y="39404"/>
                </a:cubicBezTo>
                <a:cubicBezTo>
                  <a:pt x="326356" y="37424"/>
                  <a:pt x="328147" y="35633"/>
                  <a:pt x="330409" y="33371"/>
                </a:cubicBezTo>
                <a:cubicBezTo>
                  <a:pt x="325790" y="28846"/>
                  <a:pt x="321171" y="24415"/>
                  <a:pt x="316269" y="19608"/>
                </a:cubicBezTo>
                <a:cubicBezTo>
                  <a:pt x="320983" y="14989"/>
                  <a:pt x="325413" y="10558"/>
                  <a:pt x="329750" y="6316"/>
                </a:cubicBezTo>
                <a:cubicBezTo>
                  <a:pt x="327959" y="4336"/>
                  <a:pt x="326356" y="2451"/>
                  <a:pt x="324188" y="0"/>
                </a:cubicBezTo>
                <a:cubicBezTo>
                  <a:pt x="319474" y="4808"/>
                  <a:pt x="315044" y="9333"/>
                  <a:pt x="309953" y="14423"/>
                </a:cubicBezTo>
                <a:cubicBezTo>
                  <a:pt x="305523" y="9710"/>
                  <a:pt x="301186" y="5090"/>
                  <a:pt x="296944" y="566"/>
                </a:cubicBezTo>
                <a:cubicBezTo>
                  <a:pt x="294965" y="2451"/>
                  <a:pt x="293268" y="4148"/>
                  <a:pt x="291005" y="6222"/>
                </a:cubicBezTo>
                <a:cubicBezTo>
                  <a:pt x="295625" y="10841"/>
                  <a:pt x="300149" y="15271"/>
                  <a:pt x="305051" y="20173"/>
                </a:cubicBezTo>
                <a:close/>
                <a:moveTo>
                  <a:pt x="911478" y="298076"/>
                </a:moveTo>
                <a:cubicBezTo>
                  <a:pt x="909781" y="296096"/>
                  <a:pt x="908084" y="294211"/>
                  <a:pt x="906104" y="291948"/>
                </a:cubicBezTo>
                <a:cubicBezTo>
                  <a:pt x="901485" y="296662"/>
                  <a:pt x="897055" y="301186"/>
                  <a:pt x="892341" y="305900"/>
                </a:cubicBezTo>
                <a:cubicBezTo>
                  <a:pt x="887816" y="301281"/>
                  <a:pt x="883386" y="296850"/>
                  <a:pt x="879144" y="292608"/>
                </a:cubicBezTo>
                <a:cubicBezTo>
                  <a:pt x="877070" y="294493"/>
                  <a:pt x="875184" y="296284"/>
                  <a:pt x="872828" y="298453"/>
                </a:cubicBezTo>
                <a:cubicBezTo>
                  <a:pt x="877541" y="303072"/>
                  <a:pt x="881972" y="307408"/>
                  <a:pt x="886779" y="312121"/>
                </a:cubicBezTo>
                <a:cubicBezTo>
                  <a:pt x="882349" y="316552"/>
                  <a:pt x="877824" y="320983"/>
                  <a:pt x="873393" y="325413"/>
                </a:cubicBezTo>
                <a:cubicBezTo>
                  <a:pt x="875184" y="327299"/>
                  <a:pt x="876881" y="329090"/>
                  <a:pt x="879144" y="331446"/>
                </a:cubicBezTo>
                <a:cubicBezTo>
                  <a:pt x="883763" y="326733"/>
                  <a:pt x="888194" y="322208"/>
                  <a:pt x="893190" y="317023"/>
                </a:cubicBezTo>
                <a:cubicBezTo>
                  <a:pt x="897809" y="321737"/>
                  <a:pt x="902239" y="326167"/>
                  <a:pt x="906199" y="330315"/>
                </a:cubicBezTo>
                <a:cubicBezTo>
                  <a:pt x="908084" y="328713"/>
                  <a:pt x="910064" y="327110"/>
                  <a:pt x="912043" y="325413"/>
                </a:cubicBezTo>
                <a:cubicBezTo>
                  <a:pt x="907424" y="320888"/>
                  <a:pt x="902994" y="316458"/>
                  <a:pt x="897903" y="311462"/>
                </a:cubicBezTo>
                <a:cubicBezTo>
                  <a:pt x="902805" y="306654"/>
                  <a:pt x="907330" y="302223"/>
                  <a:pt x="911478" y="298076"/>
                </a:cubicBezTo>
                <a:close/>
                <a:moveTo>
                  <a:pt x="872828" y="590024"/>
                </a:moveTo>
                <a:cubicBezTo>
                  <a:pt x="877541" y="594454"/>
                  <a:pt x="882160" y="598885"/>
                  <a:pt x="887157" y="603598"/>
                </a:cubicBezTo>
                <a:cubicBezTo>
                  <a:pt x="882349" y="608312"/>
                  <a:pt x="877824" y="612742"/>
                  <a:pt x="873393" y="617079"/>
                </a:cubicBezTo>
                <a:cubicBezTo>
                  <a:pt x="875184" y="618964"/>
                  <a:pt x="876881" y="620849"/>
                  <a:pt x="878955" y="623018"/>
                </a:cubicBezTo>
                <a:cubicBezTo>
                  <a:pt x="883480" y="618304"/>
                  <a:pt x="887816" y="613779"/>
                  <a:pt x="892530" y="608972"/>
                </a:cubicBezTo>
                <a:cubicBezTo>
                  <a:pt x="897243" y="613874"/>
                  <a:pt x="901580" y="618398"/>
                  <a:pt x="905916" y="622923"/>
                </a:cubicBezTo>
                <a:cubicBezTo>
                  <a:pt x="908178" y="620755"/>
                  <a:pt x="910064" y="618964"/>
                  <a:pt x="912326" y="616796"/>
                </a:cubicBezTo>
                <a:cubicBezTo>
                  <a:pt x="907613" y="612271"/>
                  <a:pt x="903088" y="607840"/>
                  <a:pt x="897903" y="602844"/>
                </a:cubicBezTo>
                <a:cubicBezTo>
                  <a:pt x="902617" y="598319"/>
                  <a:pt x="907236" y="593983"/>
                  <a:pt x="911478" y="590024"/>
                </a:cubicBezTo>
                <a:cubicBezTo>
                  <a:pt x="909687" y="587950"/>
                  <a:pt x="907990" y="586064"/>
                  <a:pt x="905916" y="583708"/>
                </a:cubicBezTo>
                <a:cubicBezTo>
                  <a:pt x="901391" y="588421"/>
                  <a:pt x="896960" y="592946"/>
                  <a:pt x="892341" y="597754"/>
                </a:cubicBezTo>
                <a:cubicBezTo>
                  <a:pt x="887722" y="593135"/>
                  <a:pt x="883386" y="588610"/>
                  <a:pt x="878861" y="584085"/>
                </a:cubicBezTo>
                <a:cubicBezTo>
                  <a:pt x="876881" y="586064"/>
                  <a:pt x="875184" y="587856"/>
                  <a:pt x="872828" y="590118"/>
                </a:cubicBezTo>
                <a:close/>
              </a:path>
            </a:pathLst>
          </a:custGeom>
          <a:solidFill>
            <a:schemeClr val="bg1"/>
          </a:solidFill>
          <a:ln w="94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Oswald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AF7F9-2BED-F8CE-2370-040EA075BE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9053" y="2065194"/>
            <a:ext cx="6002867" cy="1363806"/>
          </a:xfrm>
        </p:spPr>
        <p:txBody>
          <a:bodyPr anchor="b">
            <a:normAutofit/>
          </a:bodyPr>
          <a:lstStyle>
            <a:lvl1pPr>
              <a:defRPr sz="4800">
                <a:latin typeface="Oswald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9053" y="3558620"/>
            <a:ext cx="6002867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Oswa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E64646B7-879A-4AAB-78A2-503FCBA72006}"/>
              </a:ext>
            </a:extLst>
          </p:cNvPr>
          <p:cNvSpPr/>
          <p:nvPr userDrawn="1"/>
        </p:nvSpPr>
        <p:spPr>
          <a:xfrm>
            <a:off x="1349975" y="4814592"/>
            <a:ext cx="8181194" cy="135920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E81E4D-7F4E-DF40-F169-3E46D4251417}"/>
              </a:ext>
            </a:extLst>
          </p:cNvPr>
          <p:cNvSpPr/>
          <p:nvPr userDrawn="1"/>
        </p:nvSpPr>
        <p:spPr>
          <a:xfrm>
            <a:off x="2209800" y="4685458"/>
            <a:ext cx="277000" cy="276999"/>
          </a:xfrm>
          <a:prstGeom prst="ellipse">
            <a:avLst/>
          </a:prstGeom>
          <a:solidFill>
            <a:schemeClr val="tx1"/>
          </a:solidFill>
          <a:ln w="635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582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6AFD1-F254-99E9-45FB-2CE3C527D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Oswald" pitchFamily="2" charset="77"/>
              </a:defRPr>
            </a:lvl1pPr>
            <a:lvl2pPr marL="457200" indent="0">
              <a:buFontTx/>
              <a:buNone/>
              <a:defRPr sz="1800">
                <a:latin typeface="Oswald" pitchFamily="2" charset="77"/>
              </a:defRPr>
            </a:lvl2pPr>
            <a:lvl3pPr marL="914400" indent="0">
              <a:buFontTx/>
              <a:buNone/>
              <a:defRPr sz="1600">
                <a:latin typeface="Oswald" pitchFamily="2" charset="77"/>
              </a:defRPr>
            </a:lvl3pPr>
            <a:lvl4pPr marL="1371600" indent="0">
              <a:buFontTx/>
              <a:buNone/>
              <a:defRPr sz="1400">
                <a:latin typeface="Oswald" pitchFamily="2" charset="77"/>
              </a:defRPr>
            </a:lvl4pPr>
            <a:lvl5pPr marL="1828800" indent="0">
              <a:buFontTx/>
              <a:buNone/>
              <a:defRPr sz="1400">
                <a:latin typeface="Oswa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FF379-4A1C-086A-1CD0-00287101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4A1F-3C46-8D2B-DAEB-172DF868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1D808-CBAA-B9C7-9309-BC4A8CA1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44409" y="6356350"/>
            <a:ext cx="2743200" cy="365125"/>
          </a:xfrm>
        </p:spPr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159F526-F694-7F0C-692D-4CF81720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251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40911A99-F6AF-4CE4-8F4B-05B3B0B73594}"/>
              </a:ext>
            </a:extLst>
          </p:cNvPr>
          <p:cNvSpPr/>
          <p:nvPr userDrawn="1"/>
        </p:nvSpPr>
        <p:spPr>
          <a:xfrm>
            <a:off x="0" y="1"/>
            <a:ext cx="5274366" cy="3429000"/>
          </a:xfrm>
          <a:custGeom>
            <a:avLst/>
            <a:gdLst>
              <a:gd name="connsiteX0" fmla="*/ 0 w 5274366"/>
              <a:gd name="connsiteY0" fmla="*/ 0 h 3429000"/>
              <a:gd name="connsiteX1" fmla="*/ 4702854 w 5274366"/>
              <a:gd name="connsiteY1" fmla="*/ 0 h 3429000"/>
              <a:gd name="connsiteX2" fmla="*/ 5274366 w 5274366"/>
              <a:gd name="connsiteY2" fmla="*/ 571511 h 3429000"/>
              <a:gd name="connsiteX3" fmla="*/ 5274366 w 5274366"/>
              <a:gd name="connsiteY3" fmla="*/ 3429000 h 3429000"/>
              <a:gd name="connsiteX4" fmla="*/ 0 w 5274366"/>
              <a:gd name="connsiteY4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4366" h="3429000">
                <a:moveTo>
                  <a:pt x="0" y="0"/>
                </a:moveTo>
                <a:lnTo>
                  <a:pt x="4702854" y="0"/>
                </a:lnTo>
                <a:cubicBezTo>
                  <a:pt x="5018491" y="0"/>
                  <a:pt x="5274366" y="255874"/>
                  <a:pt x="5274366" y="571511"/>
                </a:cubicBezTo>
                <a:lnTo>
                  <a:pt x="5274366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99BC5-59F7-13AE-A4ED-470FD88EA549}"/>
              </a:ext>
            </a:extLst>
          </p:cNvPr>
          <p:cNvSpPr/>
          <p:nvPr userDrawn="1"/>
        </p:nvSpPr>
        <p:spPr>
          <a:xfrm>
            <a:off x="592667" y="558800"/>
            <a:ext cx="10761133" cy="5618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swald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6AFD1-F254-99E9-45FB-2CE3C527D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Oswald" pitchFamily="2" charset="77"/>
              </a:defRPr>
            </a:lvl1pPr>
            <a:lvl2pPr marL="457200" indent="0">
              <a:buFontTx/>
              <a:buNone/>
              <a:defRPr sz="1800">
                <a:latin typeface="Oswald" pitchFamily="2" charset="77"/>
              </a:defRPr>
            </a:lvl2pPr>
            <a:lvl3pPr marL="914400" indent="0">
              <a:buFontTx/>
              <a:buNone/>
              <a:defRPr sz="1600">
                <a:latin typeface="Oswald" pitchFamily="2" charset="77"/>
              </a:defRPr>
            </a:lvl3pPr>
            <a:lvl4pPr marL="1371600" indent="0">
              <a:buFontTx/>
              <a:buNone/>
              <a:defRPr sz="1400">
                <a:latin typeface="Oswald" pitchFamily="2" charset="77"/>
              </a:defRPr>
            </a:lvl4pPr>
            <a:lvl5pPr marL="1828800" indent="0">
              <a:buFontTx/>
              <a:buNone/>
              <a:defRPr sz="1400">
                <a:latin typeface="Oswa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FF379-4A1C-086A-1CD0-00287101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4A1F-3C46-8D2B-DAEB-172DF868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1D808-CBAA-B9C7-9309-BC4A8CA1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5F0EE861-6222-06FC-41BF-60C711F9EB6D}"/>
              </a:ext>
            </a:extLst>
          </p:cNvPr>
          <p:cNvSpPr/>
          <p:nvPr userDrawn="1"/>
        </p:nvSpPr>
        <p:spPr>
          <a:xfrm>
            <a:off x="7491803" y="5864459"/>
            <a:ext cx="8181194" cy="135920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AF5BA36-170D-CED6-F638-CCA8969A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914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69419F-8865-D9CD-32D7-54A55BB92B8A}"/>
              </a:ext>
            </a:extLst>
          </p:cNvPr>
          <p:cNvSpPr/>
          <p:nvPr userDrawn="1"/>
        </p:nvSpPr>
        <p:spPr>
          <a:xfrm>
            <a:off x="821634" y="1714499"/>
            <a:ext cx="5274366" cy="4462463"/>
          </a:xfrm>
          <a:custGeom>
            <a:avLst/>
            <a:gdLst>
              <a:gd name="connsiteX0" fmla="*/ 0 w 5274366"/>
              <a:gd name="connsiteY0" fmla="*/ 0 h 3429000"/>
              <a:gd name="connsiteX1" fmla="*/ 4702854 w 5274366"/>
              <a:gd name="connsiteY1" fmla="*/ 0 h 3429000"/>
              <a:gd name="connsiteX2" fmla="*/ 5274366 w 5274366"/>
              <a:gd name="connsiteY2" fmla="*/ 571511 h 3429000"/>
              <a:gd name="connsiteX3" fmla="*/ 5274366 w 5274366"/>
              <a:gd name="connsiteY3" fmla="*/ 3429000 h 3429000"/>
              <a:gd name="connsiteX4" fmla="*/ 0 w 5274366"/>
              <a:gd name="connsiteY4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4366" h="3429000">
                <a:moveTo>
                  <a:pt x="0" y="0"/>
                </a:moveTo>
                <a:lnTo>
                  <a:pt x="4702854" y="0"/>
                </a:lnTo>
                <a:cubicBezTo>
                  <a:pt x="5018491" y="0"/>
                  <a:pt x="5274366" y="255874"/>
                  <a:pt x="5274366" y="571511"/>
                </a:cubicBezTo>
                <a:lnTo>
                  <a:pt x="5274366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BAF8E517-DD18-9947-FFAC-367058371A40}"/>
              </a:ext>
            </a:extLst>
          </p:cNvPr>
          <p:cNvSpPr/>
          <p:nvPr userDrawn="1"/>
        </p:nvSpPr>
        <p:spPr>
          <a:xfrm>
            <a:off x="7491803" y="5864459"/>
            <a:ext cx="8181194" cy="135920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91849-8BBC-4FE1-BD56-DD8949645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Oswald" pitchFamily="2" charset="77"/>
              </a:defRPr>
            </a:lvl1pPr>
            <a:lvl2pPr marL="457200" indent="0">
              <a:buFontTx/>
              <a:buNone/>
              <a:defRPr sz="1800">
                <a:latin typeface="Oswald" pitchFamily="2" charset="77"/>
              </a:defRPr>
            </a:lvl2pPr>
            <a:lvl3pPr marL="914400" indent="0">
              <a:buFontTx/>
              <a:buNone/>
              <a:defRPr sz="1600">
                <a:latin typeface="Oswald" pitchFamily="2" charset="77"/>
              </a:defRPr>
            </a:lvl3pPr>
            <a:lvl4pPr marL="1371600" indent="0">
              <a:buFontTx/>
              <a:buNone/>
              <a:defRPr sz="1400">
                <a:latin typeface="Oswald" pitchFamily="2" charset="77"/>
              </a:defRPr>
            </a:lvl4pPr>
            <a:lvl5pPr marL="1828800" indent="0">
              <a:buFontTx/>
              <a:buNone/>
              <a:defRPr sz="1400">
                <a:latin typeface="Oswa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fld id="{04F85528-7667-1E46-8111-8E661B15A7D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4933B8-7F1B-8266-103E-F0EF88F55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5817" y="1922197"/>
            <a:ext cx="4826000" cy="4047066"/>
          </a:xfrm>
        </p:spPr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11" name="Graphic 52">
            <a:extLst>
              <a:ext uri="{FF2B5EF4-FFF2-40B4-BE49-F238E27FC236}">
                <a16:creationId xmlns:a16="http://schemas.microsoft.com/office/drawing/2014/main" id="{EE8BF852-C880-F69A-AA5E-F238876D9242}"/>
              </a:ext>
            </a:extLst>
          </p:cNvPr>
          <p:cNvSpPr/>
          <p:nvPr userDrawn="1"/>
        </p:nvSpPr>
        <p:spPr>
          <a:xfrm>
            <a:off x="327371" y="4228347"/>
            <a:ext cx="912326" cy="915154"/>
          </a:xfrm>
          <a:custGeom>
            <a:avLst/>
            <a:gdLst>
              <a:gd name="connsiteX0" fmla="*/ 587573 w 912326"/>
              <a:gd name="connsiteY0" fmla="*/ 914871 h 915154"/>
              <a:gd name="connsiteX1" fmla="*/ 582199 w 912326"/>
              <a:gd name="connsiteY1" fmla="*/ 909215 h 915154"/>
              <a:gd name="connsiteX2" fmla="*/ 596151 w 912326"/>
              <a:gd name="connsiteY2" fmla="*/ 895546 h 915154"/>
              <a:gd name="connsiteX3" fmla="*/ 582011 w 912326"/>
              <a:gd name="connsiteY3" fmla="*/ 881689 h 915154"/>
              <a:gd name="connsiteX4" fmla="*/ 588044 w 912326"/>
              <a:gd name="connsiteY4" fmla="*/ 876316 h 915154"/>
              <a:gd name="connsiteX5" fmla="*/ 601147 w 912326"/>
              <a:gd name="connsiteY5" fmla="*/ 889890 h 915154"/>
              <a:gd name="connsiteX6" fmla="*/ 614910 w 912326"/>
              <a:gd name="connsiteY6" fmla="*/ 875750 h 915154"/>
              <a:gd name="connsiteX7" fmla="*/ 620944 w 912326"/>
              <a:gd name="connsiteY7" fmla="*/ 882066 h 915154"/>
              <a:gd name="connsiteX8" fmla="*/ 607463 w 912326"/>
              <a:gd name="connsiteY8" fmla="*/ 895264 h 915154"/>
              <a:gd name="connsiteX9" fmla="*/ 621321 w 912326"/>
              <a:gd name="connsiteY9" fmla="*/ 909027 h 915154"/>
              <a:gd name="connsiteX10" fmla="*/ 615476 w 912326"/>
              <a:gd name="connsiteY10" fmla="*/ 914400 h 915154"/>
              <a:gd name="connsiteX11" fmla="*/ 602844 w 912326"/>
              <a:gd name="connsiteY11" fmla="*/ 901485 h 915154"/>
              <a:gd name="connsiteX12" fmla="*/ 588327 w 912326"/>
              <a:gd name="connsiteY12" fmla="*/ 914966 h 915154"/>
              <a:gd name="connsiteX13" fmla="*/ 587761 w 912326"/>
              <a:gd name="connsiteY13" fmla="*/ 914966 h 915154"/>
              <a:gd name="connsiteX14" fmla="*/ 878861 w 912326"/>
              <a:gd name="connsiteY14" fmla="*/ 914871 h 915154"/>
              <a:gd name="connsiteX15" fmla="*/ 892341 w 912326"/>
              <a:gd name="connsiteY15" fmla="*/ 901768 h 915154"/>
              <a:gd name="connsiteX16" fmla="*/ 906104 w 912326"/>
              <a:gd name="connsiteY16" fmla="*/ 914871 h 915154"/>
              <a:gd name="connsiteX17" fmla="*/ 906670 w 912326"/>
              <a:gd name="connsiteY17" fmla="*/ 914871 h 915154"/>
              <a:gd name="connsiteX18" fmla="*/ 912138 w 912326"/>
              <a:gd name="connsiteY18" fmla="*/ 908744 h 915154"/>
              <a:gd name="connsiteX19" fmla="*/ 898280 w 912326"/>
              <a:gd name="connsiteY19" fmla="*/ 895169 h 915154"/>
              <a:gd name="connsiteX20" fmla="*/ 911666 w 912326"/>
              <a:gd name="connsiteY20" fmla="*/ 881972 h 915154"/>
              <a:gd name="connsiteX21" fmla="*/ 905916 w 912326"/>
              <a:gd name="connsiteY21" fmla="*/ 875467 h 915154"/>
              <a:gd name="connsiteX22" fmla="*/ 892247 w 912326"/>
              <a:gd name="connsiteY22" fmla="*/ 889796 h 915154"/>
              <a:gd name="connsiteX23" fmla="*/ 878672 w 912326"/>
              <a:gd name="connsiteY23" fmla="*/ 875939 h 915154"/>
              <a:gd name="connsiteX24" fmla="*/ 872828 w 912326"/>
              <a:gd name="connsiteY24" fmla="*/ 881878 h 915154"/>
              <a:gd name="connsiteX25" fmla="*/ 886874 w 912326"/>
              <a:gd name="connsiteY25" fmla="*/ 895735 h 915154"/>
              <a:gd name="connsiteX26" fmla="*/ 873111 w 912326"/>
              <a:gd name="connsiteY26" fmla="*/ 909121 h 915154"/>
              <a:gd name="connsiteX27" fmla="*/ 878201 w 912326"/>
              <a:gd name="connsiteY27" fmla="*/ 914966 h 915154"/>
              <a:gd name="connsiteX28" fmla="*/ 878767 w 912326"/>
              <a:gd name="connsiteY28" fmla="*/ 914966 h 915154"/>
              <a:gd name="connsiteX29" fmla="*/ 6222 w 912326"/>
              <a:gd name="connsiteY29" fmla="*/ 914871 h 915154"/>
              <a:gd name="connsiteX30" fmla="*/ 20362 w 912326"/>
              <a:gd name="connsiteY30" fmla="*/ 901297 h 915154"/>
              <a:gd name="connsiteX31" fmla="*/ 33654 w 912326"/>
              <a:gd name="connsiteY31" fmla="*/ 914683 h 915154"/>
              <a:gd name="connsiteX32" fmla="*/ 39404 w 912326"/>
              <a:gd name="connsiteY32" fmla="*/ 908744 h 915154"/>
              <a:gd name="connsiteX33" fmla="*/ 25358 w 912326"/>
              <a:gd name="connsiteY33" fmla="*/ 895075 h 915154"/>
              <a:gd name="connsiteX34" fmla="*/ 38838 w 912326"/>
              <a:gd name="connsiteY34" fmla="*/ 881972 h 915154"/>
              <a:gd name="connsiteX35" fmla="*/ 32805 w 912326"/>
              <a:gd name="connsiteY35" fmla="*/ 875656 h 915154"/>
              <a:gd name="connsiteX36" fmla="*/ 19231 w 912326"/>
              <a:gd name="connsiteY36" fmla="*/ 889890 h 915154"/>
              <a:gd name="connsiteX37" fmla="*/ 6033 w 912326"/>
              <a:gd name="connsiteY37" fmla="*/ 876221 h 915154"/>
              <a:gd name="connsiteX38" fmla="*/ 283 w 912326"/>
              <a:gd name="connsiteY38" fmla="*/ 881689 h 915154"/>
              <a:gd name="connsiteX39" fmla="*/ 14329 w 912326"/>
              <a:gd name="connsiteY39" fmla="*/ 895546 h 915154"/>
              <a:gd name="connsiteX40" fmla="*/ 471 w 912326"/>
              <a:gd name="connsiteY40" fmla="*/ 909215 h 915154"/>
              <a:gd name="connsiteX41" fmla="*/ 5750 w 912326"/>
              <a:gd name="connsiteY41" fmla="*/ 914966 h 915154"/>
              <a:gd name="connsiteX42" fmla="*/ 6316 w 912326"/>
              <a:gd name="connsiteY42" fmla="*/ 914966 h 915154"/>
              <a:gd name="connsiteX43" fmla="*/ 324753 w 912326"/>
              <a:gd name="connsiteY43" fmla="*/ 914871 h 915154"/>
              <a:gd name="connsiteX44" fmla="*/ 330315 w 912326"/>
              <a:gd name="connsiteY44" fmla="*/ 908838 h 915154"/>
              <a:gd name="connsiteX45" fmla="*/ 316458 w 912326"/>
              <a:gd name="connsiteY45" fmla="*/ 895075 h 915154"/>
              <a:gd name="connsiteX46" fmla="*/ 330127 w 912326"/>
              <a:gd name="connsiteY46" fmla="*/ 881595 h 915154"/>
              <a:gd name="connsiteX47" fmla="*/ 324188 w 912326"/>
              <a:gd name="connsiteY47" fmla="*/ 875656 h 915154"/>
              <a:gd name="connsiteX48" fmla="*/ 310142 w 912326"/>
              <a:gd name="connsiteY48" fmla="*/ 889890 h 915154"/>
              <a:gd name="connsiteX49" fmla="*/ 296850 w 912326"/>
              <a:gd name="connsiteY49" fmla="*/ 876221 h 915154"/>
              <a:gd name="connsiteX50" fmla="*/ 291005 w 912326"/>
              <a:gd name="connsiteY50" fmla="*/ 881689 h 915154"/>
              <a:gd name="connsiteX51" fmla="*/ 305051 w 912326"/>
              <a:gd name="connsiteY51" fmla="*/ 895641 h 915154"/>
              <a:gd name="connsiteX52" fmla="*/ 291948 w 912326"/>
              <a:gd name="connsiteY52" fmla="*/ 908650 h 915154"/>
              <a:gd name="connsiteX53" fmla="*/ 297133 w 912326"/>
              <a:gd name="connsiteY53" fmla="*/ 915154 h 915154"/>
              <a:gd name="connsiteX54" fmla="*/ 310142 w 912326"/>
              <a:gd name="connsiteY54" fmla="*/ 901768 h 915154"/>
              <a:gd name="connsiteX55" fmla="*/ 324188 w 912326"/>
              <a:gd name="connsiteY55" fmla="*/ 914871 h 915154"/>
              <a:gd name="connsiteX56" fmla="*/ 324753 w 912326"/>
              <a:gd name="connsiteY56" fmla="*/ 914871 h 915154"/>
              <a:gd name="connsiteX57" fmla="*/ 595868 w 912326"/>
              <a:gd name="connsiteY57" fmla="*/ 20079 h 915154"/>
              <a:gd name="connsiteX58" fmla="*/ 582388 w 912326"/>
              <a:gd name="connsiteY58" fmla="*/ 33277 h 915154"/>
              <a:gd name="connsiteX59" fmla="*/ 588421 w 912326"/>
              <a:gd name="connsiteY59" fmla="*/ 39781 h 915154"/>
              <a:gd name="connsiteX60" fmla="*/ 601901 w 912326"/>
              <a:gd name="connsiteY60" fmla="*/ 25358 h 915154"/>
              <a:gd name="connsiteX61" fmla="*/ 615288 w 912326"/>
              <a:gd name="connsiteY61" fmla="*/ 39404 h 915154"/>
              <a:gd name="connsiteX62" fmla="*/ 621321 w 912326"/>
              <a:gd name="connsiteY62" fmla="*/ 33371 h 915154"/>
              <a:gd name="connsiteX63" fmla="*/ 607086 w 912326"/>
              <a:gd name="connsiteY63" fmla="*/ 19419 h 915154"/>
              <a:gd name="connsiteX64" fmla="*/ 620661 w 912326"/>
              <a:gd name="connsiteY64" fmla="*/ 6222 h 915154"/>
              <a:gd name="connsiteX65" fmla="*/ 615193 w 912326"/>
              <a:gd name="connsiteY65" fmla="*/ 377 h 915154"/>
              <a:gd name="connsiteX66" fmla="*/ 601242 w 912326"/>
              <a:gd name="connsiteY66" fmla="*/ 14612 h 915154"/>
              <a:gd name="connsiteX67" fmla="*/ 587667 w 912326"/>
              <a:gd name="connsiteY67" fmla="*/ 660 h 915154"/>
              <a:gd name="connsiteX68" fmla="*/ 581822 w 912326"/>
              <a:gd name="connsiteY68" fmla="*/ 6410 h 915154"/>
              <a:gd name="connsiteX69" fmla="*/ 595774 w 912326"/>
              <a:gd name="connsiteY69" fmla="*/ 20079 h 915154"/>
              <a:gd name="connsiteX70" fmla="*/ 39687 w 912326"/>
              <a:gd name="connsiteY70" fmla="*/ 325036 h 915154"/>
              <a:gd name="connsiteX71" fmla="*/ 25358 w 912326"/>
              <a:gd name="connsiteY71" fmla="*/ 311273 h 915154"/>
              <a:gd name="connsiteX72" fmla="*/ 38838 w 912326"/>
              <a:gd name="connsiteY72" fmla="*/ 297887 h 915154"/>
              <a:gd name="connsiteX73" fmla="*/ 33088 w 912326"/>
              <a:gd name="connsiteY73" fmla="*/ 291948 h 915154"/>
              <a:gd name="connsiteX74" fmla="*/ 19136 w 912326"/>
              <a:gd name="connsiteY74" fmla="*/ 306088 h 915154"/>
              <a:gd name="connsiteX75" fmla="*/ 5939 w 912326"/>
              <a:gd name="connsiteY75" fmla="*/ 292514 h 915154"/>
              <a:gd name="connsiteX76" fmla="*/ 0 w 912326"/>
              <a:gd name="connsiteY76" fmla="*/ 298264 h 915154"/>
              <a:gd name="connsiteX77" fmla="*/ 14234 w 912326"/>
              <a:gd name="connsiteY77" fmla="*/ 311933 h 915154"/>
              <a:gd name="connsiteX78" fmla="*/ 566 w 912326"/>
              <a:gd name="connsiteY78" fmla="*/ 325319 h 915154"/>
              <a:gd name="connsiteX79" fmla="*/ 6033 w 912326"/>
              <a:gd name="connsiteY79" fmla="*/ 331164 h 915154"/>
              <a:gd name="connsiteX80" fmla="*/ 19702 w 912326"/>
              <a:gd name="connsiteY80" fmla="*/ 317401 h 915154"/>
              <a:gd name="connsiteX81" fmla="*/ 33182 w 912326"/>
              <a:gd name="connsiteY81" fmla="*/ 331164 h 915154"/>
              <a:gd name="connsiteX82" fmla="*/ 39687 w 912326"/>
              <a:gd name="connsiteY82" fmla="*/ 325036 h 915154"/>
              <a:gd name="connsiteX83" fmla="*/ 329844 w 912326"/>
              <a:gd name="connsiteY83" fmla="*/ 298170 h 915154"/>
              <a:gd name="connsiteX84" fmla="*/ 324094 w 912326"/>
              <a:gd name="connsiteY84" fmla="*/ 291854 h 915154"/>
              <a:gd name="connsiteX85" fmla="*/ 310425 w 912326"/>
              <a:gd name="connsiteY85" fmla="*/ 306371 h 915154"/>
              <a:gd name="connsiteX86" fmla="*/ 296944 w 912326"/>
              <a:gd name="connsiteY86" fmla="*/ 292514 h 915154"/>
              <a:gd name="connsiteX87" fmla="*/ 291005 w 912326"/>
              <a:gd name="connsiteY87" fmla="*/ 298453 h 915154"/>
              <a:gd name="connsiteX88" fmla="*/ 305051 w 912326"/>
              <a:gd name="connsiteY88" fmla="*/ 312404 h 915154"/>
              <a:gd name="connsiteX89" fmla="*/ 291665 w 912326"/>
              <a:gd name="connsiteY89" fmla="*/ 325508 h 915154"/>
              <a:gd name="connsiteX90" fmla="*/ 297133 w 912326"/>
              <a:gd name="connsiteY90" fmla="*/ 331446 h 915154"/>
              <a:gd name="connsiteX91" fmla="*/ 310707 w 912326"/>
              <a:gd name="connsiteY91" fmla="*/ 317495 h 915154"/>
              <a:gd name="connsiteX92" fmla="*/ 323999 w 912326"/>
              <a:gd name="connsiteY92" fmla="*/ 331069 h 915154"/>
              <a:gd name="connsiteX93" fmla="*/ 330315 w 912326"/>
              <a:gd name="connsiteY93" fmla="*/ 325413 h 915154"/>
              <a:gd name="connsiteX94" fmla="*/ 316175 w 912326"/>
              <a:gd name="connsiteY94" fmla="*/ 311650 h 915154"/>
              <a:gd name="connsiteX95" fmla="*/ 329844 w 912326"/>
              <a:gd name="connsiteY95" fmla="*/ 298264 h 915154"/>
              <a:gd name="connsiteX96" fmla="*/ 19419 w 912326"/>
              <a:gd name="connsiteY96" fmla="*/ 598131 h 915154"/>
              <a:gd name="connsiteX97" fmla="*/ 6127 w 912326"/>
              <a:gd name="connsiteY97" fmla="*/ 584273 h 915154"/>
              <a:gd name="connsiteX98" fmla="*/ 283 w 912326"/>
              <a:gd name="connsiteY98" fmla="*/ 589929 h 915154"/>
              <a:gd name="connsiteX99" fmla="*/ 14329 w 912326"/>
              <a:gd name="connsiteY99" fmla="*/ 603504 h 915154"/>
              <a:gd name="connsiteX100" fmla="*/ 754 w 912326"/>
              <a:gd name="connsiteY100" fmla="*/ 616796 h 915154"/>
              <a:gd name="connsiteX101" fmla="*/ 6316 w 912326"/>
              <a:gd name="connsiteY101" fmla="*/ 623112 h 915154"/>
              <a:gd name="connsiteX102" fmla="*/ 20173 w 912326"/>
              <a:gd name="connsiteY102" fmla="*/ 609066 h 915154"/>
              <a:gd name="connsiteX103" fmla="*/ 33371 w 912326"/>
              <a:gd name="connsiteY103" fmla="*/ 622546 h 915154"/>
              <a:gd name="connsiteX104" fmla="*/ 39593 w 912326"/>
              <a:gd name="connsiteY104" fmla="*/ 616796 h 915154"/>
              <a:gd name="connsiteX105" fmla="*/ 25452 w 912326"/>
              <a:gd name="connsiteY105" fmla="*/ 603127 h 915154"/>
              <a:gd name="connsiteX106" fmla="*/ 39216 w 912326"/>
              <a:gd name="connsiteY106" fmla="*/ 589552 h 915154"/>
              <a:gd name="connsiteX107" fmla="*/ 33182 w 912326"/>
              <a:gd name="connsiteY107" fmla="*/ 583425 h 915154"/>
              <a:gd name="connsiteX108" fmla="*/ 19513 w 912326"/>
              <a:gd name="connsiteY108" fmla="*/ 598036 h 915154"/>
              <a:gd name="connsiteX109" fmla="*/ 297133 w 912326"/>
              <a:gd name="connsiteY109" fmla="*/ 584179 h 915154"/>
              <a:gd name="connsiteX110" fmla="*/ 291383 w 912326"/>
              <a:gd name="connsiteY110" fmla="*/ 589929 h 915154"/>
              <a:gd name="connsiteX111" fmla="*/ 305240 w 912326"/>
              <a:gd name="connsiteY111" fmla="*/ 603598 h 915154"/>
              <a:gd name="connsiteX112" fmla="*/ 291665 w 912326"/>
              <a:gd name="connsiteY112" fmla="*/ 616796 h 915154"/>
              <a:gd name="connsiteX113" fmla="*/ 297227 w 912326"/>
              <a:gd name="connsiteY113" fmla="*/ 622923 h 915154"/>
              <a:gd name="connsiteX114" fmla="*/ 310896 w 912326"/>
              <a:gd name="connsiteY114" fmla="*/ 609066 h 915154"/>
              <a:gd name="connsiteX115" fmla="*/ 324565 w 912326"/>
              <a:gd name="connsiteY115" fmla="*/ 622829 h 915154"/>
              <a:gd name="connsiteX116" fmla="*/ 330504 w 912326"/>
              <a:gd name="connsiteY116" fmla="*/ 616702 h 915154"/>
              <a:gd name="connsiteX117" fmla="*/ 316364 w 912326"/>
              <a:gd name="connsiteY117" fmla="*/ 603033 h 915154"/>
              <a:gd name="connsiteX118" fmla="*/ 330221 w 912326"/>
              <a:gd name="connsiteY118" fmla="*/ 589552 h 915154"/>
              <a:gd name="connsiteX119" fmla="*/ 324659 w 912326"/>
              <a:gd name="connsiteY119" fmla="*/ 583896 h 915154"/>
              <a:gd name="connsiteX120" fmla="*/ 310519 w 912326"/>
              <a:gd name="connsiteY120" fmla="*/ 598131 h 915154"/>
              <a:gd name="connsiteX121" fmla="*/ 297227 w 912326"/>
              <a:gd name="connsiteY121" fmla="*/ 584179 h 915154"/>
              <a:gd name="connsiteX122" fmla="*/ 19985 w 912326"/>
              <a:gd name="connsiteY122" fmla="*/ 25547 h 915154"/>
              <a:gd name="connsiteX123" fmla="*/ 33465 w 912326"/>
              <a:gd name="connsiteY123" fmla="*/ 39404 h 915154"/>
              <a:gd name="connsiteX124" fmla="*/ 39310 w 912326"/>
              <a:gd name="connsiteY124" fmla="*/ 33465 h 915154"/>
              <a:gd name="connsiteX125" fmla="*/ 25264 w 912326"/>
              <a:gd name="connsiteY125" fmla="*/ 19608 h 915154"/>
              <a:gd name="connsiteX126" fmla="*/ 39027 w 912326"/>
              <a:gd name="connsiteY126" fmla="*/ 6316 h 915154"/>
              <a:gd name="connsiteX127" fmla="*/ 33182 w 912326"/>
              <a:gd name="connsiteY127" fmla="*/ 283 h 915154"/>
              <a:gd name="connsiteX128" fmla="*/ 19231 w 912326"/>
              <a:gd name="connsiteY128" fmla="*/ 14517 h 915154"/>
              <a:gd name="connsiteX129" fmla="*/ 5939 w 912326"/>
              <a:gd name="connsiteY129" fmla="*/ 943 h 915154"/>
              <a:gd name="connsiteX130" fmla="*/ 189 w 912326"/>
              <a:gd name="connsiteY130" fmla="*/ 6410 h 915154"/>
              <a:gd name="connsiteX131" fmla="*/ 14234 w 912326"/>
              <a:gd name="connsiteY131" fmla="*/ 20173 h 915154"/>
              <a:gd name="connsiteX132" fmla="*/ 566 w 912326"/>
              <a:gd name="connsiteY132" fmla="*/ 33559 h 915154"/>
              <a:gd name="connsiteX133" fmla="*/ 6410 w 912326"/>
              <a:gd name="connsiteY133" fmla="*/ 39687 h 915154"/>
              <a:gd name="connsiteX134" fmla="*/ 20079 w 912326"/>
              <a:gd name="connsiteY134" fmla="*/ 25452 h 915154"/>
              <a:gd name="connsiteX135" fmla="*/ 615476 w 912326"/>
              <a:gd name="connsiteY135" fmla="*/ 330787 h 915154"/>
              <a:gd name="connsiteX136" fmla="*/ 621132 w 912326"/>
              <a:gd name="connsiteY136" fmla="*/ 325319 h 915154"/>
              <a:gd name="connsiteX137" fmla="*/ 606992 w 912326"/>
              <a:gd name="connsiteY137" fmla="*/ 311367 h 915154"/>
              <a:gd name="connsiteX138" fmla="*/ 620567 w 912326"/>
              <a:gd name="connsiteY138" fmla="*/ 298453 h 915154"/>
              <a:gd name="connsiteX139" fmla="*/ 615099 w 912326"/>
              <a:gd name="connsiteY139" fmla="*/ 291854 h 915154"/>
              <a:gd name="connsiteX140" fmla="*/ 601336 w 912326"/>
              <a:gd name="connsiteY140" fmla="*/ 305900 h 915154"/>
              <a:gd name="connsiteX141" fmla="*/ 588233 w 912326"/>
              <a:gd name="connsiteY141" fmla="*/ 292702 h 915154"/>
              <a:gd name="connsiteX142" fmla="*/ 581728 w 912326"/>
              <a:gd name="connsiteY142" fmla="*/ 298170 h 915154"/>
              <a:gd name="connsiteX143" fmla="*/ 595774 w 912326"/>
              <a:gd name="connsiteY143" fmla="*/ 311839 h 915154"/>
              <a:gd name="connsiteX144" fmla="*/ 582105 w 912326"/>
              <a:gd name="connsiteY144" fmla="*/ 325319 h 915154"/>
              <a:gd name="connsiteX145" fmla="*/ 587761 w 912326"/>
              <a:gd name="connsiteY145" fmla="*/ 330881 h 915154"/>
              <a:gd name="connsiteX146" fmla="*/ 601619 w 912326"/>
              <a:gd name="connsiteY146" fmla="*/ 316646 h 915154"/>
              <a:gd name="connsiteX147" fmla="*/ 615382 w 912326"/>
              <a:gd name="connsiteY147" fmla="*/ 330598 h 915154"/>
              <a:gd name="connsiteX148" fmla="*/ 887062 w 912326"/>
              <a:gd name="connsiteY148" fmla="*/ 20173 h 915154"/>
              <a:gd name="connsiteX149" fmla="*/ 873393 w 912326"/>
              <a:gd name="connsiteY149" fmla="*/ 33465 h 915154"/>
              <a:gd name="connsiteX150" fmla="*/ 878861 w 912326"/>
              <a:gd name="connsiteY150" fmla="*/ 39593 h 915154"/>
              <a:gd name="connsiteX151" fmla="*/ 892624 w 912326"/>
              <a:gd name="connsiteY151" fmla="*/ 25641 h 915154"/>
              <a:gd name="connsiteX152" fmla="*/ 906199 w 912326"/>
              <a:gd name="connsiteY152" fmla="*/ 39498 h 915154"/>
              <a:gd name="connsiteX153" fmla="*/ 912043 w 912326"/>
              <a:gd name="connsiteY153" fmla="*/ 33371 h 915154"/>
              <a:gd name="connsiteX154" fmla="*/ 897997 w 912326"/>
              <a:gd name="connsiteY154" fmla="*/ 19796 h 915154"/>
              <a:gd name="connsiteX155" fmla="*/ 911855 w 912326"/>
              <a:gd name="connsiteY155" fmla="*/ 6222 h 915154"/>
              <a:gd name="connsiteX156" fmla="*/ 905916 w 912326"/>
              <a:gd name="connsiteY156" fmla="*/ 189 h 915154"/>
              <a:gd name="connsiteX157" fmla="*/ 892247 w 912326"/>
              <a:gd name="connsiteY157" fmla="*/ 14800 h 915154"/>
              <a:gd name="connsiteX158" fmla="*/ 878955 w 912326"/>
              <a:gd name="connsiteY158" fmla="*/ 660 h 915154"/>
              <a:gd name="connsiteX159" fmla="*/ 873016 w 912326"/>
              <a:gd name="connsiteY159" fmla="*/ 6410 h 915154"/>
              <a:gd name="connsiteX160" fmla="*/ 887157 w 912326"/>
              <a:gd name="connsiteY160" fmla="*/ 20173 h 915154"/>
              <a:gd name="connsiteX161" fmla="*/ 588044 w 912326"/>
              <a:gd name="connsiteY161" fmla="*/ 584273 h 915154"/>
              <a:gd name="connsiteX162" fmla="*/ 581728 w 912326"/>
              <a:gd name="connsiteY162" fmla="*/ 590118 h 915154"/>
              <a:gd name="connsiteX163" fmla="*/ 595868 w 912326"/>
              <a:gd name="connsiteY163" fmla="*/ 603598 h 915154"/>
              <a:gd name="connsiteX164" fmla="*/ 582105 w 912326"/>
              <a:gd name="connsiteY164" fmla="*/ 617079 h 915154"/>
              <a:gd name="connsiteX165" fmla="*/ 587761 w 912326"/>
              <a:gd name="connsiteY165" fmla="*/ 622829 h 915154"/>
              <a:gd name="connsiteX166" fmla="*/ 601336 w 912326"/>
              <a:gd name="connsiteY166" fmla="*/ 608689 h 915154"/>
              <a:gd name="connsiteX167" fmla="*/ 615099 w 912326"/>
              <a:gd name="connsiteY167" fmla="*/ 622640 h 915154"/>
              <a:gd name="connsiteX168" fmla="*/ 621038 w 912326"/>
              <a:gd name="connsiteY168" fmla="*/ 616984 h 915154"/>
              <a:gd name="connsiteX169" fmla="*/ 606898 w 912326"/>
              <a:gd name="connsiteY169" fmla="*/ 603127 h 915154"/>
              <a:gd name="connsiteX170" fmla="*/ 620378 w 912326"/>
              <a:gd name="connsiteY170" fmla="*/ 590118 h 915154"/>
              <a:gd name="connsiteX171" fmla="*/ 615005 w 912326"/>
              <a:gd name="connsiteY171" fmla="*/ 583613 h 915154"/>
              <a:gd name="connsiteX172" fmla="*/ 601242 w 912326"/>
              <a:gd name="connsiteY172" fmla="*/ 597565 h 915154"/>
              <a:gd name="connsiteX173" fmla="*/ 587950 w 912326"/>
              <a:gd name="connsiteY173" fmla="*/ 584179 h 915154"/>
              <a:gd name="connsiteX174" fmla="*/ 305146 w 912326"/>
              <a:gd name="connsiteY174" fmla="*/ 20362 h 915154"/>
              <a:gd name="connsiteX175" fmla="*/ 291665 w 912326"/>
              <a:gd name="connsiteY175" fmla="*/ 33465 h 915154"/>
              <a:gd name="connsiteX176" fmla="*/ 297133 w 912326"/>
              <a:gd name="connsiteY176" fmla="*/ 39687 h 915154"/>
              <a:gd name="connsiteX177" fmla="*/ 310896 w 912326"/>
              <a:gd name="connsiteY177" fmla="*/ 25641 h 915154"/>
              <a:gd name="connsiteX178" fmla="*/ 324471 w 912326"/>
              <a:gd name="connsiteY178" fmla="*/ 39404 h 915154"/>
              <a:gd name="connsiteX179" fmla="*/ 330409 w 912326"/>
              <a:gd name="connsiteY179" fmla="*/ 33371 h 915154"/>
              <a:gd name="connsiteX180" fmla="*/ 316269 w 912326"/>
              <a:gd name="connsiteY180" fmla="*/ 19608 h 915154"/>
              <a:gd name="connsiteX181" fmla="*/ 329750 w 912326"/>
              <a:gd name="connsiteY181" fmla="*/ 6316 h 915154"/>
              <a:gd name="connsiteX182" fmla="*/ 324188 w 912326"/>
              <a:gd name="connsiteY182" fmla="*/ 0 h 915154"/>
              <a:gd name="connsiteX183" fmla="*/ 309953 w 912326"/>
              <a:gd name="connsiteY183" fmla="*/ 14423 h 915154"/>
              <a:gd name="connsiteX184" fmla="*/ 296944 w 912326"/>
              <a:gd name="connsiteY184" fmla="*/ 566 h 915154"/>
              <a:gd name="connsiteX185" fmla="*/ 291005 w 912326"/>
              <a:gd name="connsiteY185" fmla="*/ 6222 h 915154"/>
              <a:gd name="connsiteX186" fmla="*/ 305051 w 912326"/>
              <a:gd name="connsiteY186" fmla="*/ 20173 h 915154"/>
              <a:gd name="connsiteX187" fmla="*/ 911478 w 912326"/>
              <a:gd name="connsiteY187" fmla="*/ 298076 h 915154"/>
              <a:gd name="connsiteX188" fmla="*/ 906104 w 912326"/>
              <a:gd name="connsiteY188" fmla="*/ 291948 h 915154"/>
              <a:gd name="connsiteX189" fmla="*/ 892341 w 912326"/>
              <a:gd name="connsiteY189" fmla="*/ 305900 h 915154"/>
              <a:gd name="connsiteX190" fmla="*/ 879144 w 912326"/>
              <a:gd name="connsiteY190" fmla="*/ 292608 h 915154"/>
              <a:gd name="connsiteX191" fmla="*/ 872828 w 912326"/>
              <a:gd name="connsiteY191" fmla="*/ 298453 h 915154"/>
              <a:gd name="connsiteX192" fmla="*/ 886779 w 912326"/>
              <a:gd name="connsiteY192" fmla="*/ 312121 h 915154"/>
              <a:gd name="connsiteX193" fmla="*/ 873393 w 912326"/>
              <a:gd name="connsiteY193" fmla="*/ 325413 h 915154"/>
              <a:gd name="connsiteX194" fmla="*/ 879144 w 912326"/>
              <a:gd name="connsiteY194" fmla="*/ 331446 h 915154"/>
              <a:gd name="connsiteX195" fmla="*/ 893190 w 912326"/>
              <a:gd name="connsiteY195" fmla="*/ 317023 h 915154"/>
              <a:gd name="connsiteX196" fmla="*/ 906199 w 912326"/>
              <a:gd name="connsiteY196" fmla="*/ 330315 h 915154"/>
              <a:gd name="connsiteX197" fmla="*/ 912043 w 912326"/>
              <a:gd name="connsiteY197" fmla="*/ 325413 h 915154"/>
              <a:gd name="connsiteX198" fmla="*/ 897903 w 912326"/>
              <a:gd name="connsiteY198" fmla="*/ 311462 h 915154"/>
              <a:gd name="connsiteX199" fmla="*/ 911478 w 912326"/>
              <a:gd name="connsiteY199" fmla="*/ 298076 h 915154"/>
              <a:gd name="connsiteX200" fmla="*/ 872828 w 912326"/>
              <a:gd name="connsiteY200" fmla="*/ 590024 h 915154"/>
              <a:gd name="connsiteX201" fmla="*/ 887157 w 912326"/>
              <a:gd name="connsiteY201" fmla="*/ 603598 h 915154"/>
              <a:gd name="connsiteX202" fmla="*/ 873393 w 912326"/>
              <a:gd name="connsiteY202" fmla="*/ 617079 h 915154"/>
              <a:gd name="connsiteX203" fmla="*/ 878955 w 912326"/>
              <a:gd name="connsiteY203" fmla="*/ 623018 h 915154"/>
              <a:gd name="connsiteX204" fmla="*/ 892530 w 912326"/>
              <a:gd name="connsiteY204" fmla="*/ 608972 h 915154"/>
              <a:gd name="connsiteX205" fmla="*/ 905916 w 912326"/>
              <a:gd name="connsiteY205" fmla="*/ 622923 h 915154"/>
              <a:gd name="connsiteX206" fmla="*/ 912326 w 912326"/>
              <a:gd name="connsiteY206" fmla="*/ 616796 h 915154"/>
              <a:gd name="connsiteX207" fmla="*/ 897903 w 912326"/>
              <a:gd name="connsiteY207" fmla="*/ 602844 h 915154"/>
              <a:gd name="connsiteX208" fmla="*/ 911478 w 912326"/>
              <a:gd name="connsiteY208" fmla="*/ 590024 h 915154"/>
              <a:gd name="connsiteX209" fmla="*/ 905916 w 912326"/>
              <a:gd name="connsiteY209" fmla="*/ 583708 h 915154"/>
              <a:gd name="connsiteX210" fmla="*/ 892341 w 912326"/>
              <a:gd name="connsiteY210" fmla="*/ 597754 h 915154"/>
              <a:gd name="connsiteX211" fmla="*/ 878861 w 912326"/>
              <a:gd name="connsiteY211" fmla="*/ 584085 h 915154"/>
              <a:gd name="connsiteX212" fmla="*/ 872828 w 912326"/>
              <a:gd name="connsiteY212" fmla="*/ 590118 h 91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912326" h="915154">
                <a:moveTo>
                  <a:pt x="587573" y="914871"/>
                </a:moveTo>
                <a:cubicBezTo>
                  <a:pt x="585876" y="912986"/>
                  <a:pt x="584085" y="911195"/>
                  <a:pt x="582199" y="909215"/>
                </a:cubicBezTo>
                <a:cubicBezTo>
                  <a:pt x="586819" y="904690"/>
                  <a:pt x="591343" y="900166"/>
                  <a:pt x="596151" y="895546"/>
                </a:cubicBezTo>
                <a:cubicBezTo>
                  <a:pt x="591249" y="890739"/>
                  <a:pt x="586724" y="886308"/>
                  <a:pt x="582011" y="881689"/>
                </a:cubicBezTo>
                <a:cubicBezTo>
                  <a:pt x="584085" y="879804"/>
                  <a:pt x="585970" y="878107"/>
                  <a:pt x="588044" y="876316"/>
                </a:cubicBezTo>
                <a:cubicBezTo>
                  <a:pt x="592286" y="880652"/>
                  <a:pt x="596622" y="885271"/>
                  <a:pt x="601147" y="889890"/>
                </a:cubicBezTo>
                <a:cubicBezTo>
                  <a:pt x="606049" y="884894"/>
                  <a:pt x="610386" y="880369"/>
                  <a:pt x="614910" y="875750"/>
                </a:cubicBezTo>
                <a:cubicBezTo>
                  <a:pt x="617173" y="878107"/>
                  <a:pt x="618870" y="879992"/>
                  <a:pt x="620944" y="882066"/>
                </a:cubicBezTo>
                <a:cubicBezTo>
                  <a:pt x="616607" y="886308"/>
                  <a:pt x="612082" y="890739"/>
                  <a:pt x="607463" y="895264"/>
                </a:cubicBezTo>
                <a:cubicBezTo>
                  <a:pt x="612082" y="899883"/>
                  <a:pt x="616607" y="904313"/>
                  <a:pt x="621321" y="909027"/>
                </a:cubicBezTo>
                <a:cubicBezTo>
                  <a:pt x="619153" y="911006"/>
                  <a:pt x="617361" y="912703"/>
                  <a:pt x="615476" y="914400"/>
                </a:cubicBezTo>
                <a:cubicBezTo>
                  <a:pt x="611234" y="910064"/>
                  <a:pt x="606803" y="905539"/>
                  <a:pt x="602844" y="901485"/>
                </a:cubicBezTo>
                <a:cubicBezTo>
                  <a:pt x="597659" y="906293"/>
                  <a:pt x="592946" y="910629"/>
                  <a:pt x="588327" y="914966"/>
                </a:cubicBezTo>
                <a:lnTo>
                  <a:pt x="587761" y="914966"/>
                </a:lnTo>
                <a:close/>
                <a:moveTo>
                  <a:pt x="878861" y="914871"/>
                </a:moveTo>
                <a:cubicBezTo>
                  <a:pt x="883386" y="910441"/>
                  <a:pt x="888005" y="906010"/>
                  <a:pt x="892341" y="901768"/>
                </a:cubicBezTo>
                <a:cubicBezTo>
                  <a:pt x="896866" y="906104"/>
                  <a:pt x="901485" y="910535"/>
                  <a:pt x="906104" y="914871"/>
                </a:cubicBezTo>
                <a:lnTo>
                  <a:pt x="906670" y="914871"/>
                </a:lnTo>
                <a:cubicBezTo>
                  <a:pt x="908367" y="912986"/>
                  <a:pt x="910158" y="911006"/>
                  <a:pt x="912138" y="908744"/>
                </a:cubicBezTo>
                <a:cubicBezTo>
                  <a:pt x="907424" y="904219"/>
                  <a:pt x="902899" y="899789"/>
                  <a:pt x="898280" y="895169"/>
                </a:cubicBezTo>
                <a:cubicBezTo>
                  <a:pt x="902899" y="890644"/>
                  <a:pt x="907424" y="886214"/>
                  <a:pt x="911666" y="881972"/>
                </a:cubicBezTo>
                <a:cubicBezTo>
                  <a:pt x="909781" y="879898"/>
                  <a:pt x="908084" y="877918"/>
                  <a:pt x="905916" y="875467"/>
                </a:cubicBezTo>
                <a:cubicBezTo>
                  <a:pt x="901297" y="880275"/>
                  <a:pt x="896960" y="884800"/>
                  <a:pt x="892247" y="889796"/>
                </a:cubicBezTo>
                <a:cubicBezTo>
                  <a:pt x="887628" y="885083"/>
                  <a:pt x="883197" y="880558"/>
                  <a:pt x="878672" y="875939"/>
                </a:cubicBezTo>
                <a:cubicBezTo>
                  <a:pt x="876787" y="877918"/>
                  <a:pt x="874996" y="879709"/>
                  <a:pt x="872828" y="881878"/>
                </a:cubicBezTo>
                <a:cubicBezTo>
                  <a:pt x="877447" y="886402"/>
                  <a:pt x="881972" y="890833"/>
                  <a:pt x="886874" y="895735"/>
                </a:cubicBezTo>
                <a:cubicBezTo>
                  <a:pt x="882160" y="900260"/>
                  <a:pt x="877730" y="904690"/>
                  <a:pt x="873111" y="909121"/>
                </a:cubicBezTo>
                <a:cubicBezTo>
                  <a:pt x="874902" y="911195"/>
                  <a:pt x="876599" y="913080"/>
                  <a:pt x="878201" y="914966"/>
                </a:cubicBezTo>
                <a:lnTo>
                  <a:pt x="878767" y="914966"/>
                </a:lnTo>
                <a:close/>
                <a:moveTo>
                  <a:pt x="6222" y="914871"/>
                </a:moveTo>
                <a:cubicBezTo>
                  <a:pt x="10841" y="910441"/>
                  <a:pt x="15366" y="906010"/>
                  <a:pt x="20362" y="901297"/>
                </a:cubicBezTo>
                <a:cubicBezTo>
                  <a:pt x="24604" y="905633"/>
                  <a:pt x="29035" y="910064"/>
                  <a:pt x="33654" y="914683"/>
                </a:cubicBezTo>
                <a:cubicBezTo>
                  <a:pt x="35539" y="912797"/>
                  <a:pt x="37236" y="911006"/>
                  <a:pt x="39404" y="908744"/>
                </a:cubicBezTo>
                <a:cubicBezTo>
                  <a:pt x="34785" y="904219"/>
                  <a:pt x="30260" y="899789"/>
                  <a:pt x="25358" y="895075"/>
                </a:cubicBezTo>
                <a:cubicBezTo>
                  <a:pt x="30072" y="890456"/>
                  <a:pt x="34596" y="886025"/>
                  <a:pt x="38838" y="881972"/>
                </a:cubicBezTo>
                <a:cubicBezTo>
                  <a:pt x="36953" y="879992"/>
                  <a:pt x="35162" y="878107"/>
                  <a:pt x="32805" y="875656"/>
                </a:cubicBezTo>
                <a:cubicBezTo>
                  <a:pt x="28375" y="880275"/>
                  <a:pt x="24038" y="884800"/>
                  <a:pt x="19231" y="889890"/>
                </a:cubicBezTo>
                <a:cubicBezTo>
                  <a:pt x="14706" y="885177"/>
                  <a:pt x="10369" y="880652"/>
                  <a:pt x="6033" y="876221"/>
                </a:cubicBezTo>
                <a:cubicBezTo>
                  <a:pt x="4148" y="878013"/>
                  <a:pt x="2262" y="879804"/>
                  <a:pt x="283" y="881689"/>
                </a:cubicBezTo>
                <a:cubicBezTo>
                  <a:pt x="4996" y="886308"/>
                  <a:pt x="9427" y="890739"/>
                  <a:pt x="14329" y="895546"/>
                </a:cubicBezTo>
                <a:cubicBezTo>
                  <a:pt x="9615" y="900166"/>
                  <a:pt x="5090" y="904690"/>
                  <a:pt x="471" y="909215"/>
                </a:cubicBezTo>
                <a:cubicBezTo>
                  <a:pt x="2357" y="911195"/>
                  <a:pt x="4054" y="913080"/>
                  <a:pt x="5750" y="914966"/>
                </a:cubicBezTo>
                <a:lnTo>
                  <a:pt x="6316" y="914966"/>
                </a:lnTo>
                <a:close/>
                <a:moveTo>
                  <a:pt x="324753" y="914871"/>
                </a:moveTo>
                <a:cubicBezTo>
                  <a:pt x="326545" y="912986"/>
                  <a:pt x="328241" y="911006"/>
                  <a:pt x="330315" y="908838"/>
                </a:cubicBezTo>
                <a:cubicBezTo>
                  <a:pt x="325696" y="904219"/>
                  <a:pt x="321171" y="899789"/>
                  <a:pt x="316458" y="895075"/>
                </a:cubicBezTo>
                <a:cubicBezTo>
                  <a:pt x="320983" y="890550"/>
                  <a:pt x="325508" y="886120"/>
                  <a:pt x="330127" y="881595"/>
                </a:cubicBezTo>
                <a:cubicBezTo>
                  <a:pt x="328241" y="879709"/>
                  <a:pt x="326450" y="877918"/>
                  <a:pt x="324188" y="875656"/>
                </a:cubicBezTo>
                <a:cubicBezTo>
                  <a:pt x="319569" y="880275"/>
                  <a:pt x="315138" y="884800"/>
                  <a:pt x="310142" y="889890"/>
                </a:cubicBezTo>
                <a:cubicBezTo>
                  <a:pt x="305523" y="885177"/>
                  <a:pt x="301092" y="880652"/>
                  <a:pt x="296850" y="876221"/>
                </a:cubicBezTo>
                <a:cubicBezTo>
                  <a:pt x="294965" y="878013"/>
                  <a:pt x="293079" y="879709"/>
                  <a:pt x="291005" y="881689"/>
                </a:cubicBezTo>
                <a:cubicBezTo>
                  <a:pt x="295719" y="886308"/>
                  <a:pt x="300149" y="890739"/>
                  <a:pt x="305051" y="895641"/>
                </a:cubicBezTo>
                <a:cubicBezTo>
                  <a:pt x="300432" y="900260"/>
                  <a:pt x="295907" y="904690"/>
                  <a:pt x="291948" y="908650"/>
                </a:cubicBezTo>
                <a:cubicBezTo>
                  <a:pt x="293645" y="910724"/>
                  <a:pt x="295153" y="912703"/>
                  <a:pt x="297133" y="915154"/>
                </a:cubicBezTo>
                <a:cubicBezTo>
                  <a:pt x="301846" y="910346"/>
                  <a:pt x="306183" y="905822"/>
                  <a:pt x="310142" y="901768"/>
                </a:cubicBezTo>
                <a:cubicBezTo>
                  <a:pt x="314950" y="906199"/>
                  <a:pt x="319569" y="910535"/>
                  <a:pt x="324188" y="914871"/>
                </a:cubicBezTo>
                <a:lnTo>
                  <a:pt x="324753" y="914871"/>
                </a:lnTo>
                <a:close/>
                <a:moveTo>
                  <a:pt x="595868" y="20079"/>
                </a:moveTo>
                <a:cubicBezTo>
                  <a:pt x="591249" y="24604"/>
                  <a:pt x="586724" y="29035"/>
                  <a:pt x="582388" y="33277"/>
                </a:cubicBezTo>
                <a:cubicBezTo>
                  <a:pt x="584368" y="35351"/>
                  <a:pt x="586064" y="37236"/>
                  <a:pt x="588421" y="39781"/>
                </a:cubicBezTo>
                <a:cubicBezTo>
                  <a:pt x="592852" y="35068"/>
                  <a:pt x="597188" y="30449"/>
                  <a:pt x="601901" y="25358"/>
                </a:cubicBezTo>
                <a:cubicBezTo>
                  <a:pt x="606521" y="30166"/>
                  <a:pt x="610857" y="34691"/>
                  <a:pt x="615288" y="39404"/>
                </a:cubicBezTo>
                <a:cubicBezTo>
                  <a:pt x="617267" y="37424"/>
                  <a:pt x="619058" y="35633"/>
                  <a:pt x="621321" y="33371"/>
                </a:cubicBezTo>
                <a:cubicBezTo>
                  <a:pt x="616607" y="28752"/>
                  <a:pt x="612082" y="24321"/>
                  <a:pt x="607086" y="19419"/>
                </a:cubicBezTo>
                <a:cubicBezTo>
                  <a:pt x="611705" y="14894"/>
                  <a:pt x="616230" y="10558"/>
                  <a:pt x="620661" y="6222"/>
                </a:cubicBezTo>
                <a:cubicBezTo>
                  <a:pt x="618870" y="4242"/>
                  <a:pt x="617173" y="2451"/>
                  <a:pt x="615193" y="377"/>
                </a:cubicBezTo>
                <a:cubicBezTo>
                  <a:pt x="610574" y="5090"/>
                  <a:pt x="606144" y="9521"/>
                  <a:pt x="601242" y="14612"/>
                </a:cubicBezTo>
                <a:cubicBezTo>
                  <a:pt x="596622" y="9804"/>
                  <a:pt x="592192" y="5279"/>
                  <a:pt x="587667" y="660"/>
                </a:cubicBezTo>
                <a:cubicBezTo>
                  <a:pt x="585782" y="2545"/>
                  <a:pt x="584085" y="4242"/>
                  <a:pt x="581822" y="6410"/>
                </a:cubicBezTo>
                <a:cubicBezTo>
                  <a:pt x="586536" y="11029"/>
                  <a:pt x="591061" y="15460"/>
                  <a:pt x="595774" y="20079"/>
                </a:cubicBezTo>
                <a:close/>
                <a:moveTo>
                  <a:pt x="39687" y="325036"/>
                </a:moveTo>
                <a:cubicBezTo>
                  <a:pt x="34879" y="320417"/>
                  <a:pt x="30354" y="315986"/>
                  <a:pt x="25358" y="311273"/>
                </a:cubicBezTo>
                <a:cubicBezTo>
                  <a:pt x="29977" y="306748"/>
                  <a:pt x="34408" y="302318"/>
                  <a:pt x="38838" y="297887"/>
                </a:cubicBezTo>
                <a:cubicBezTo>
                  <a:pt x="37047" y="296002"/>
                  <a:pt x="35351" y="294211"/>
                  <a:pt x="33088" y="291948"/>
                </a:cubicBezTo>
                <a:cubicBezTo>
                  <a:pt x="28469" y="296567"/>
                  <a:pt x="24038" y="301092"/>
                  <a:pt x="19136" y="306088"/>
                </a:cubicBezTo>
                <a:cubicBezTo>
                  <a:pt x="14612" y="301469"/>
                  <a:pt x="10181" y="296944"/>
                  <a:pt x="5939" y="292514"/>
                </a:cubicBezTo>
                <a:cubicBezTo>
                  <a:pt x="4054" y="294305"/>
                  <a:pt x="2262" y="296096"/>
                  <a:pt x="0" y="298264"/>
                </a:cubicBezTo>
                <a:cubicBezTo>
                  <a:pt x="4713" y="302789"/>
                  <a:pt x="9238" y="307125"/>
                  <a:pt x="14234" y="311933"/>
                </a:cubicBezTo>
                <a:cubicBezTo>
                  <a:pt x="9521" y="316552"/>
                  <a:pt x="4996" y="320983"/>
                  <a:pt x="566" y="325319"/>
                </a:cubicBezTo>
                <a:cubicBezTo>
                  <a:pt x="2357" y="327204"/>
                  <a:pt x="4054" y="329090"/>
                  <a:pt x="6033" y="331164"/>
                </a:cubicBezTo>
                <a:cubicBezTo>
                  <a:pt x="10652" y="326545"/>
                  <a:pt x="15083" y="322020"/>
                  <a:pt x="19702" y="317401"/>
                </a:cubicBezTo>
                <a:cubicBezTo>
                  <a:pt x="24321" y="322114"/>
                  <a:pt x="28752" y="326639"/>
                  <a:pt x="33182" y="331164"/>
                </a:cubicBezTo>
                <a:cubicBezTo>
                  <a:pt x="35539" y="328995"/>
                  <a:pt x="37330" y="327204"/>
                  <a:pt x="39687" y="325036"/>
                </a:cubicBezTo>
                <a:close/>
                <a:moveTo>
                  <a:pt x="329844" y="298170"/>
                </a:moveTo>
                <a:cubicBezTo>
                  <a:pt x="328053" y="296190"/>
                  <a:pt x="326356" y="294305"/>
                  <a:pt x="324094" y="291854"/>
                </a:cubicBezTo>
                <a:cubicBezTo>
                  <a:pt x="319569" y="296662"/>
                  <a:pt x="315232" y="301281"/>
                  <a:pt x="310425" y="306371"/>
                </a:cubicBezTo>
                <a:cubicBezTo>
                  <a:pt x="305711" y="301469"/>
                  <a:pt x="301281" y="297039"/>
                  <a:pt x="296944" y="292514"/>
                </a:cubicBezTo>
                <a:cubicBezTo>
                  <a:pt x="295059" y="294399"/>
                  <a:pt x="293268" y="296190"/>
                  <a:pt x="291005" y="298453"/>
                </a:cubicBezTo>
                <a:cubicBezTo>
                  <a:pt x="295625" y="302978"/>
                  <a:pt x="300149" y="307408"/>
                  <a:pt x="305051" y="312404"/>
                </a:cubicBezTo>
                <a:cubicBezTo>
                  <a:pt x="300432" y="316835"/>
                  <a:pt x="295907" y="321265"/>
                  <a:pt x="291665" y="325508"/>
                </a:cubicBezTo>
                <a:cubicBezTo>
                  <a:pt x="293456" y="327393"/>
                  <a:pt x="295153" y="329278"/>
                  <a:pt x="297133" y="331446"/>
                </a:cubicBezTo>
                <a:cubicBezTo>
                  <a:pt x="301658" y="326733"/>
                  <a:pt x="306088" y="322208"/>
                  <a:pt x="310707" y="317495"/>
                </a:cubicBezTo>
                <a:cubicBezTo>
                  <a:pt x="315327" y="322302"/>
                  <a:pt x="319757" y="326827"/>
                  <a:pt x="323999" y="331069"/>
                </a:cubicBezTo>
                <a:cubicBezTo>
                  <a:pt x="326262" y="329090"/>
                  <a:pt x="328147" y="327299"/>
                  <a:pt x="330315" y="325413"/>
                </a:cubicBezTo>
                <a:cubicBezTo>
                  <a:pt x="325602" y="320888"/>
                  <a:pt x="321171" y="316552"/>
                  <a:pt x="316175" y="311650"/>
                </a:cubicBezTo>
                <a:cubicBezTo>
                  <a:pt x="320983" y="306937"/>
                  <a:pt x="325508" y="302506"/>
                  <a:pt x="329844" y="298264"/>
                </a:cubicBezTo>
                <a:close/>
                <a:moveTo>
                  <a:pt x="19419" y="598131"/>
                </a:moveTo>
                <a:cubicBezTo>
                  <a:pt x="14706" y="593229"/>
                  <a:pt x="10369" y="588704"/>
                  <a:pt x="6127" y="584273"/>
                </a:cubicBezTo>
                <a:cubicBezTo>
                  <a:pt x="4242" y="586159"/>
                  <a:pt x="2451" y="587856"/>
                  <a:pt x="283" y="589929"/>
                </a:cubicBezTo>
                <a:cubicBezTo>
                  <a:pt x="4808" y="594360"/>
                  <a:pt x="9427" y="598696"/>
                  <a:pt x="14329" y="603504"/>
                </a:cubicBezTo>
                <a:cubicBezTo>
                  <a:pt x="9521" y="608217"/>
                  <a:pt x="4996" y="612742"/>
                  <a:pt x="754" y="616796"/>
                </a:cubicBezTo>
                <a:cubicBezTo>
                  <a:pt x="2545" y="618870"/>
                  <a:pt x="4242" y="620755"/>
                  <a:pt x="6316" y="623112"/>
                </a:cubicBezTo>
                <a:cubicBezTo>
                  <a:pt x="10935" y="618398"/>
                  <a:pt x="15366" y="613874"/>
                  <a:pt x="20173" y="609066"/>
                </a:cubicBezTo>
                <a:cubicBezTo>
                  <a:pt x="24698" y="613685"/>
                  <a:pt x="29035" y="618116"/>
                  <a:pt x="33371" y="622546"/>
                </a:cubicBezTo>
                <a:cubicBezTo>
                  <a:pt x="35445" y="620661"/>
                  <a:pt x="37236" y="618964"/>
                  <a:pt x="39593" y="616796"/>
                </a:cubicBezTo>
                <a:cubicBezTo>
                  <a:pt x="34973" y="612271"/>
                  <a:pt x="30354" y="607840"/>
                  <a:pt x="25452" y="603127"/>
                </a:cubicBezTo>
                <a:cubicBezTo>
                  <a:pt x="30166" y="598414"/>
                  <a:pt x="34691" y="593983"/>
                  <a:pt x="39216" y="589552"/>
                </a:cubicBezTo>
                <a:cubicBezTo>
                  <a:pt x="37330" y="587667"/>
                  <a:pt x="35539" y="585876"/>
                  <a:pt x="33182" y="583425"/>
                </a:cubicBezTo>
                <a:cubicBezTo>
                  <a:pt x="28752" y="588233"/>
                  <a:pt x="24321" y="592852"/>
                  <a:pt x="19513" y="598036"/>
                </a:cubicBezTo>
                <a:close/>
                <a:moveTo>
                  <a:pt x="297133" y="584179"/>
                </a:moveTo>
                <a:cubicBezTo>
                  <a:pt x="295153" y="586159"/>
                  <a:pt x="293362" y="587950"/>
                  <a:pt x="291383" y="589929"/>
                </a:cubicBezTo>
                <a:cubicBezTo>
                  <a:pt x="295813" y="594360"/>
                  <a:pt x="300338" y="598791"/>
                  <a:pt x="305240" y="603598"/>
                </a:cubicBezTo>
                <a:cubicBezTo>
                  <a:pt x="300527" y="608217"/>
                  <a:pt x="296002" y="612648"/>
                  <a:pt x="291665" y="616796"/>
                </a:cubicBezTo>
                <a:cubicBezTo>
                  <a:pt x="293551" y="618870"/>
                  <a:pt x="295248" y="620755"/>
                  <a:pt x="297227" y="622923"/>
                </a:cubicBezTo>
                <a:cubicBezTo>
                  <a:pt x="301846" y="618304"/>
                  <a:pt x="306183" y="613779"/>
                  <a:pt x="310896" y="609066"/>
                </a:cubicBezTo>
                <a:cubicBezTo>
                  <a:pt x="315515" y="613685"/>
                  <a:pt x="319946" y="618210"/>
                  <a:pt x="324565" y="622829"/>
                </a:cubicBezTo>
                <a:cubicBezTo>
                  <a:pt x="326545" y="620755"/>
                  <a:pt x="328241" y="618964"/>
                  <a:pt x="330504" y="616702"/>
                </a:cubicBezTo>
                <a:cubicBezTo>
                  <a:pt x="325885" y="612271"/>
                  <a:pt x="321360" y="607840"/>
                  <a:pt x="316364" y="603033"/>
                </a:cubicBezTo>
                <a:cubicBezTo>
                  <a:pt x="321077" y="598414"/>
                  <a:pt x="325602" y="594077"/>
                  <a:pt x="330221" y="589552"/>
                </a:cubicBezTo>
                <a:cubicBezTo>
                  <a:pt x="328336" y="587573"/>
                  <a:pt x="326545" y="585782"/>
                  <a:pt x="324659" y="583896"/>
                </a:cubicBezTo>
                <a:cubicBezTo>
                  <a:pt x="320040" y="588515"/>
                  <a:pt x="315609" y="592946"/>
                  <a:pt x="310519" y="598131"/>
                </a:cubicBezTo>
                <a:cubicBezTo>
                  <a:pt x="305806" y="593135"/>
                  <a:pt x="301469" y="588610"/>
                  <a:pt x="297227" y="584179"/>
                </a:cubicBezTo>
                <a:close/>
                <a:moveTo>
                  <a:pt x="19985" y="25547"/>
                </a:moveTo>
                <a:cubicBezTo>
                  <a:pt x="24604" y="30260"/>
                  <a:pt x="28940" y="34785"/>
                  <a:pt x="33465" y="39404"/>
                </a:cubicBezTo>
                <a:cubicBezTo>
                  <a:pt x="35445" y="37424"/>
                  <a:pt x="37142" y="35633"/>
                  <a:pt x="39310" y="33465"/>
                </a:cubicBezTo>
                <a:cubicBezTo>
                  <a:pt x="34691" y="28940"/>
                  <a:pt x="30166" y="24510"/>
                  <a:pt x="25264" y="19608"/>
                </a:cubicBezTo>
                <a:cubicBezTo>
                  <a:pt x="29977" y="15083"/>
                  <a:pt x="34502" y="10652"/>
                  <a:pt x="39027" y="6316"/>
                </a:cubicBezTo>
                <a:cubicBezTo>
                  <a:pt x="37142" y="4336"/>
                  <a:pt x="35351" y="2545"/>
                  <a:pt x="33182" y="283"/>
                </a:cubicBezTo>
                <a:cubicBezTo>
                  <a:pt x="28563" y="4996"/>
                  <a:pt x="24133" y="9521"/>
                  <a:pt x="19231" y="14517"/>
                </a:cubicBezTo>
                <a:cubicBezTo>
                  <a:pt x="14612" y="9804"/>
                  <a:pt x="10181" y="5373"/>
                  <a:pt x="5939" y="943"/>
                </a:cubicBezTo>
                <a:cubicBezTo>
                  <a:pt x="4054" y="2734"/>
                  <a:pt x="2262" y="4431"/>
                  <a:pt x="189" y="6410"/>
                </a:cubicBezTo>
                <a:cubicBezTo>
                  <a:pt x="4808" y="10935"/>
                  <a:pt x="9333" y="15366"/>
                  <a:pt x="14234" y="20173"/>
                </a:cubicBezTo>
                <a:cubicBezTo>
                  <a:pt x="9521" y="24792"/>
                  <a:pt x="4902" y="29317"/>
                  <a:pt x="566" y="33559"/>
                </a:cubicBezTo>
                <a:cubicBezTo>
                  <a:pt x="2357" y="35445"/>
                  <a:pt x="4054" y="37236"/>
                  <a:pt x="6410" y="39687"/>
                </a:cubicBezTo>
                <a:cubicBezTo>
                  <a:pt x="10935" y="34973"/>
                  <a:pt x="15271" y="30449"/>
                  <a:pt x="20079" y="25452"/>
                </a:cubicBezTo>
                <a:close/>
                <a:moveTo>
                  <a:pt x="615476" y="330787"/>
                </a:moveTo>
                <a:cubicBezTo>
                  <a:pt x="617361" y="328995"/>
                  <a:pt x="619153" y="327299"/>
                  <a:pt x="621132" y="325319"/>
                </a:cubicBezTo>
                <a:cubicBezTo>
                  <a:pt x="616513" y="320700"/>
                  <a:pt x="611988" y="316269"/>
                  <a:pt x="606992" y="311367"/>
                </a:cubicBezTo>
                <a:cubicBezTo>
                  <a:pt x="611800" y="306842"/>
                  <a:pt x="616419" y="302412"/>
                  <a:pt x="620567" y="298453"/>
                </a:cubicBezTo>
                <a:cubicBezTo>
                  <a:pt x="618681" y="296190"/>
                  <a:pt x="617079" y="294211"/>
                  <a:pt x="615099" y="291854"/>
                </a:cubicBezTo>
                <a:cubicBezTo>
                  <a:pt x="610386" y="296662"/>
                  <a:pt x="605955" y="301092"/>
                  <a:pt x="601336" y="305900"/>
                </a:cubicBezTo>
                <a:cubicBezTo>
                  <a:pt x="596811" y="301281"/>
                  <a:pt x="592380" y="296850"/>
                  <a:pt x="588233" y="292702"/>
                </a:cubicBezTo>
                <a:cubicBezTo>
                  <a:pt x="586064" y="294493"/>
                  <a:pt x="584085" y="296190"/>
                  <a:pt x="581728" y="298170"/>
                </a:cubicBezTo>
                <a:cubicBezTo>
                  <a:pt x="586536" y="302883"/>
                  <a:pt x="591061" y="307314"/>
                  <a:pt x="595774" y="311839"/>
                </a:cubicBezTo>
                <a:cubicBezTo>
                  <a:pt x="591155" y="316364"/>
                  <a:pt x="586724" y="320888"/>
                  <a:pt x="582105" y="325319"/>
                </a:cubicBezTo>
                <a:cubicBezTo>
                  <a:pt x="583991" y="327204"/>
                  <a:pt x="585782" y="328995"/>
                  <a:pt x="587761" y="330881"/>
                </a:cubicBezTo>
                <a:cubicBezTo>
                  <a:pt x="592286" y="326262"/>
                  <a:pt x="596622" y="321831"/>
                  <a:pt x="601619" y="316646"/>
                </a:cubicBezTo>
                <a:cubicBezTo>
                  <a:pt x="606615" y="321643"/>
                  <a:pt x="610951" y="326167"/>
                  <a:pt x="615382" y="330598"/>
                </a:cubicBezTo>
                <a:close/>
                <a:moveTo>
                  <a:pt x="887062" y="20173"/>
                </a:moveTo>
                <a:cubicBezTo>
                  <a:pt x="882255" y="24792"/>
                  <a:pt x="877730" y="29317"/>
                  <a:pt x="873393" y="33465"/>
                </a:cubicBezTo>
                <a:cubicBezTo>
                  <a:pt x="875279" y="35539"/>
                  <a:pt x="876881" y="37424"/>
                  <a:pt x="878861" y="39593"/>
                </a:cubicBezTo>
                <a:cubicBezTo>
                  <a:pt x="883480" y="34879"/>
                  <a:pt x="887911" y="30354"/>
                  <a:pt x="892624" y="25641"/>
                </a:cubicBezTo>
                <a:cubicBezTo>
                  <a:pt x="897243" y="30354"/>
                  <a:pt x="901674" y="34879"/>
                  <a:pt x="906199" y="39498"/>
                </a:cubicBezTo>
                <a:cubicBezTo>
                  <a:pt x="908178" y="37424"/>
                  <a:pt x="909969" y="35633"/>
                  <a:pt x="912043" y="33371"/>
                </a:cubicBezTo>
                <a:cubicBezTo>
                  <a:pt x="907518" y="28940"/>
                  <a:pt x="902899" y="24510"/>
                  <a:pt x="897997" y="19796"/>
                </a:cubicBezTo>
                <a:cubicBezTo>
                  <a:pt x="902711" y="15083"/>
                  <a:pt x="907236" y="10747"/>
                  <a:pt x="911855" y="6222"/>
                </a:cubicBezTo>
                <a:cubicBezTo>
                  <a:pt x="909969" y="4336"/>
                  <a:pt x="908178" y="2545"/>
                  <a:pt x="905916" y="189"/>
                </a:cubicBezTo>
                <a:cubicBezTo>
                  <a:pt x="901485" y="4902"/>
                  <a:pt x="897149" y="9615"/>
                  <a:pt x="892247" y="14800"/>
                </a:cubicBezTo>
                <a:cubicBezTo>
                  <a:pt x="887534" y="9804"/>
                  <a:pt x="883197" y="5279"/>
                  <a:pt x="878955" y="660"/>
                </a:cubicBezTo>
                <a:cubicBezTo>
                  <a:pt x="876976" y="2545"/>
                  <a:pt x="875279" y="4242"/>
                  <a:pt x="873016" y="6410"/>
                </a:cubicBezTo>
                <a:cubicBezTo>
                  <a:pt x="877635" y="10935"/>
                  <a:pt x="882160" y="15366"/>
                  <a:pt x="887157" y="20173"/>
                </a:cubicBezTo>
                <a:close/>
                <a:moveTo>
                  <a:pt x="588044" y="584273"/>
                </a:moveTo>
                <a:cubicBezTo>
                  <a:pt x="585970" y="586159"/>
                  <a:pt x="584085" y="587856"/>
                  <a:pt x="581728" y="590118"/>
                </a:cubicBezTo>
                <a:cubicBezTo>
                  <a:pt x="586536" y="594643"/>
                  <a:pt x="591061" y="599073"/>
                  <a:pt x="595868" y="603598"/>
                </a:cubicBezTo>
                <a:cubicBezTo>
                  <a:pt x="591155" y="608217"/>
                  <a:pt x="586630" y="612648"/>
                  <a:pt x="582105" y="617079"/>
                </a:cubicBezTo>
                <a:cubicBezTo>
                  <a:pt x="583991" y="618964"/>
                  <a:pt x="585782" y="620755"/>
                  <a:pt x="587761" y="622829"/>
                </a:cubicBezTo>
                <a:cubicBezTo>
                  <a:pt x="592192" y="618210"/>
                  <a:pt x="596528" y="613685"/>
                  <a:pt x="601336" y="608689"/>
                </a:cubicBezTo>
                <a:cubicBezTo>
                  <a:pt x="606238" y="613685"/>
                  <a:pt x="610763" y="618210"/>
                  <a:pt x="615099" y="622640"/>
                </a:cubicBezTo>
                <a:cubicBezTo>
                  <a:pt x="617173" y="620661"/>
                  <a:pt x="618964" y="618964"/>
                  <a:pt x="621038" y="616984"/>
                </a:cubicBezTo>
                <a:cubicBezTo>
                  <a:pt x="616324" y="612365"/>
                  <a:pt x="611894" y="607935"/>
                  <a:pt x="606898" y="603127"/>
                </a:cubicBezTo>
                <a:cubicBezTo>
                  <a:pt x="611611" y="598508"/>
                  <a:pt x="616230" y="594077"/>
                  <a:pt x="620378" y="590118"/>
                </a:cubicBezTo>
                <a:cubicBezTo>
                  <a:pt x="618587" y="587950"/>
                  <a:pt x="616984" y="585970"/>
                  <a:pt x="615005" y="583613"/>
                </a:cubicBezTo>
                <a:cubicBezTo>
                  <a:pt x="610291" y="588327"/>
                  <a:pt x="605955" y="592852"/>
                  <a:pt x="601242" y="597565"/>
                </a:cubicBezTo>
                <a:cubicBezTo>
                  <a:pt x="596717" y="592946"/>
                  <a:pt x="592286" y="588515"/>
                  <a:pt x="587950" y="584179"/>
                </a:cubicBezTo>
                <a:close/>
                <a:moveTo>
                  <a:pt x="305146" y="20362"/>
                </a:moveTo>
                <a:cubicBezTo>
                  <a:pt x="300432" y="24887"/>
                  <a:pt x="295907" y="29317"/>
                  <a:pt x="291665" y="33465"/>
                </a:cubicBezTo>
                <a:cubicBezTo>
                  <a:pt x="293456" y="35539"/>
                  <a:pt x="295153" y="37424"/>
                  <a:pt x="297133" y="39687"/>
                </a:cubicBezTo>
                <a:cubicBezTo>
                  <a:pt x="301752" y="34973"/>
                  <a:pt x="306183" y="30449"/>
                  <a:pt x="310896" y="25641"/>
                </a:cubicBezTo>
                <a:cubicBezTo>
                  <a:pt x="315515" y="30260"/>
                  <a:pt x="319946" y="34785"/>
                  <a:pt x="324471" y="39404"/>
                </a:cubicBezTo>
                <a:cubicBezTo>
                  <a:pt x="326356" y="37424"/>
                  <a:pt x="328147" y="35633"/>
                  <a:pt x="330409" y="33371"/>
                </a:cubicBezTo>
                <a:cubicBezTo>
                  <a:pt x="325790" y="28846"/>
                  <a:pt x="321171" y="24415"/>
                  <a:pt x="316269" y="19608"/>
                </a:cubicBezTo>
                <a:cubicBezTo>
                  <a:pt x="320983" y="14989"/>
                  <a:pt x="325413" y="10558"/>
                  <a:pt x="329750" y="6316"/>
                </a:cubicBezTo>
                <a:cubicBezTo>
                  <a:pt x="327959" y="4336"/>
                  <a:pt x="326356" y="2451"/>
                  <a:pt x="324188" y="0"/>
                </a:cubicBezTo>
                <a:cubicBezTo>
                  <a:pt x="319474" y="4808"/>
                  <a:pt x="315044" y="9333"/>
                  <a:pt x="309953" y="14423"/>
                </a:cubicBezTo>
                <a:cubicBezTo>
                  <a:pt x="305523" y="9710"/>
                  <a:pt x="301186" y="5090"/>
                  <a:pt x="296944" y="566"/>
                </a:cubicBezTo>
                <a:cubicBezTo>
                  <a:pt x="294965" y="2451"/>
                  <a:pt x="293268" y="4148"/>
                  <a:pt x="291005" y="6222"/>
                </a:cubicBezTo>
                <a:cubicBezTo>
                  <a:pt x="295625" y="10841"/>
                  <a:pt x="300149" y="15271"/>
                  <a:pt x="305051" y="20173"/>
                </a:cubicBezTo>
                <a:close/>
                <a:moveTo>
                  <a:pt x="911478" y="298076"/>
                </a:moveTo>
                <a:cubicBezTo>
                  <a:pt x="909781" y="296096"/>
                  <a:pt x="908084" y="294211"/>
                  <a:pt x="906104" y="291948"/>
                </a:cubicBezTo>
                <a:cubicBezTo>
                  <a:pt x="901485" y="296662"/>
                  <a:pt x="897055" y="301186"/>
                  <a:pt x="892341" y="305900"/>
                </a:cubicBezTo>
                <a:cubicBezTo>
                  <a:pt x="887816" y="301281"/>
                  <a:pt x="883386" y="296850"/>
                  <a:pt x="879144" y="292608"/>
                </a:cubicBezTo>
                <a:cubicBezTo>
                  <a:pt x="877070" y="294493"/>
                  <a:pt x="875184" y="296284"/>
                  <a:pt x="872828" y="298453"/>
                </a:cubicBezTo>
                <a:cubicBezTo>
                  <a:pt x="877541" y="303072"/>
                  <a:pt x="881972" y="307408"/>
                  <a:pt x="886779" y="312121"/>
                </a:cubicBezTo>
                <a:cubicBezTo>
                  <a:pt x="882349" y="316552"/>
                  <a:pt x="877824" y="320983"/>
                  <a:pt x="873393" y="325413"/>
                </a:cubicBezTo>
                <a:cubicBezTo>
                  <a:pt x="875184" y="327299"/>
                  <a:pt x="876881" y="329090"/>
                  <a:pt x="879144" y="331446"/>
                </a:cubicBezTo>
                <a:cubicBezTo>
                  <a:pt x="883763" y="326733"/>
                  <a:pt x="888194" y="322208"/>
                  <a:pt x="893190" y="317023"/>
                </a:cubicBezTo>
                <a:cubicBezTo>
                  <a:pt x="897809" y="321737"/>
                  <a:pt x="902239" y="326167"/>
                  <a:pt x="906199" y="330315"/>
                </a:cubicBezTo>
                <a:cubicBezTo>
                  <a:pt x="908084" y="328713"/>
                  <a:pt x="910064" y="327110"/>
                  <a:pt x="912043" y="325413"/>
                </a:cubicBezTo>
                <a:cubicBezTo>
                  <a:pt x="907424" y="320888"/>
                  <a:pt x="902994" y="316458"/>
                  <a:pt x="897903" y="311462"/>
                </a:cubicBezTo>
                <a:cubicBezTo>
                  <a:pt x="902805" y="306654"/>
                  <a:pt x="907330" y="302223"/>
                  <a:pt x="911478" y="298076"/>
                </a:cubicBezTo>
                <a:close/>
                <a:moveTo>
                  <a:pt x="872828" y="590024"/>
                </a:moveTo>
                <a:cubicBezTo>
                  <a:pt x="877541" y="594454"/>
                  <a:pt x="882160" y="598885"/>
                  <a:pt x="887157" y="603598"/>
                </a:cubicBezTo>
                <a:cubicBezTo>
                  <a:pt x="882349" y="608312"/>
                  <a:pt x="877824" y="612742"/>
                  <a:pt x="873393" y="617079"/>
                </a:cubicBezTo>
                <a:cubicBezTo>
                  <a:pt x="875184" y="618964"/>
                  <a:pt x="876881" y="620849"/>
                  <a:pt x="878955" y="623018"/>
                </a:cubicBezTo>
                <a:cubicBezTo>
                  <a:pt x="883480" y="618304"/>
                  <a:pt x="887816" y="613779"/>
                  <a:pt x="892530" y="608972"/>
                </a:cubicBezTo>
                <a:cubicBezTo>
                  <a:pt x="897243" y="613874"/>
                  <a:pt x="901580" y="618398"/>
                  <a:pt x="905916" y="622923"/>
                </a:cubicBezTo>
                <a:cubicBezTo>
                  <a:pt x="908178" y="620755"/>
                  <a:pt x="910064" y="618964"/>
                  <a:pt x="912326" y="616796"/>
                </a:cubicBezTo>
                <a:cubicBezTo>
                  <a:pt x="907613" y="612271"/>
                  <a:pt x="903088" y="607840"/>
                  <a:pt x="897903" y="602844"/>
                </a:cubicBezTo>
                <a:cubicBezTo>
                  <a:pt x="902617" y="598319"/>
                  <a:pt x="907236" y="593983"/>
                  <a:pt x="911478" y="590024"/>
                </a:cubicBezTo>
                <a:cubicBezTo>
                  <a:pt x="909687" y="587950"/>
                  <a:pt x="907990" y="586064"/>
                  <a:pt x="905916" y="583708"/>
                </a:cubicBezTo>
                <a:cubicBezTo>
                  <a:pt x="901391" y="588421"/>
                  <a:pt x="896960" y="592946"/>
                  <a:pt x="892341" y="597754"/>
                </a:cubicBezTo>
                <a:cubicBezTo>
                  <a:pt x="887722" y="593135"/>
                  <a:pt x="883386" y="588610"/>
                  <a:pt x="878861" y="584085"/>
                </a:cubicBezTo>
                <a:cubicBezTo>
                  <a:pt x="876881" y="586064"/>
                  <a:pt x="875184" y="587856"/>
                  <a:pt x="872828" y="590118"/>
                </a:cubicBezTo>
                <a:close/>
              </a:path>
            </a:pathLst>
          </a:custGeom>
          <a:solidFill>
            <a:schemeClr val="accent2"/>
          </a:solidFill>
          <a:ln w="94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Oswald" pitchFamily="2" charset="77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79B04-B163-3013-B705-530AA225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325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fld id="{04F85528-7667-1E46-8111-8E661B15A7D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4933B8-7F1B-8266-103E-F0EF88F55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1825625"/>
            <a:ext cx="5257800" cy="4351338"/>
          </a:xfr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8100000" scaled="1"/>
          </a:gradFill>
        </p:spPr>
        <p:txBody>
          <a:bodyPr/>
          <a:lstStyle>
            <a:lvl1pPr>
              <a:defRPr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9A31A06-9CE9-613F-CE22-221FFCB07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Oswald" pitchFamily="2" charset="77"/>
              </a:defRPr>
            </a:lvl1pPr>
            <a:lvl2pPr marL="457200" indent="0">
              <a:buFontTx/>
              <a:buNone/>
              <a:defRPr sz="1800">
                <a:latin typeface="Oswald" pitchFamily="2" charset="77"/>
              </a:defRPr>
            </a:lvl2pPr>
            <a:lvl3pPr marL="914400" indent="0">
              <a:buFontTx/>
              <a:buNone/>
              <a:defRPr sz="1600">
                <a:latin typeface="Oswald" pitchFamily="2" charset="77"/>
              </a:defRPr>
            </a:lvl3pPr>
            <a:lvl4pPr marL="1371600" indent="0">
              <a:buFontTx/>
              <a:buNone/>
              <a:defRPr sz="1400">
                <a:latin typeface="Oswald" pitchFamily="2" charset="77"/>
              </a:defRPr>
            </a:lvl4pPr>
            <a:lvl5pPr marL="1828800" indent="0">
              <a:buFontTx/>
              <a:buNone/>
              <a:defRPr sz="1400">
                <a:latin typeface="Oswa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22EADF-4CF1-65C9-84BB-6A214E0B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11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AABCDCC-7B63-1BFC-C58E-5AAF76F4AA51}"/>
              </a:ext>
            </a:extLst>
          </p:cNvPr>
          <p:cNvGrpSpPr/>
          <p:nvPr userDrawn="1"/>
        </p:nvGrpSpPr>
        <p:grpSpPr>
          <a:xfrm>
            <a:off x="-6614400" y="3558620"/>
            <a:ext cx="10239916" cy="10239880"/>
            <a:chOff x="-7520779" y="699012"/>
            <a:chExt cx="13261976" cy="1326192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C1C2E0D-1548-A006-4AD1-192BDC8D7828}"/>
                </a:ext>
              </a:extLst>
            </p:cNvPr>
            <p:cNvSpPr/>
            <p:nvPr userDrawn="1"/>
          </p:nvSpPr>
          <p:spPr>
            <a:xfrm>
              <a:off x="-7520779" y="699012"/>
              <a:ext cx="13261976" cy="13261929"/>
            </a:xfrm>
            <a:prstGeom prst="ellipse">
              <a:avLst/>
            </a:prstGeom>
            <a:noFill/>
            <a:ln w="50800">
              <a:gradFill flip="none" rotWithShape="1">
                <a:gsLst>
                  <a:gs pos="0">
                    <a:schemeClr val="accent2"/>
                  </a:gs>
                  <a:gs pos="99000">
                    <a:schemeClr val="accent3"/>
                  </a:gs>
                </a:gsLst>
                <a:lin ang="8100000" scaled="1"/>
                <a:tileRect/>
              </a:gra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bg1"/>
                </a:solidFill>
                <a:latin typeface="Oswald" pitchFamily="2" charset="77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C7E2DF6-7AA3-65DF-E06F-2239D4EC728B}"/>
                </a:ext>
              </a:extLst>
            </p:cNvPr>
            <p:cNvSpPr/>
            <p:nvPr userDrawn="1"/>
          </p:nvSpPr>
          <p:spPr>
            <a:xfrm>
              <a:off x="-7148652" y="1074973"/>
              <a:ext cx="12517721" cy="12517716"/>
            </a:xfrm>
            <a:prstGeom prst="ellipse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bg1"/>
                </a:solidFill>
                <a:latin typeface="Oswald" pitchFamily="2" charset="77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D1AF7F9-2BED-F8CE-2370-040EA075BE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42900"/>
            <a:ext cx="10515600" cy="30861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08004" y="3558620"/>
            <a:ext cx="27432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Oswa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9AEF8239-1A7B-7CDC-A4B5-A09B1F292DF2}"/>
              </a:ext>
            </a:extLst>
          </p:cNvPr>
          <p:cNvSpPr/>
          <p:nvPr userDrawn="1"/>
        </p:nvSpPr>
        <p:spPr>
          <a:xfrm>
            <a:off x="1524264" y="730716"/>
            <a:ext cx="5613271" cy="231913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8C8198AC-C14C-E357-43F6-E23BC8EE7446}"/>
              </a:ext>
            </a:extLst>
          </p:cNvPr>
          <p:cNvSpPr/>
          <p:nvPr userDrawn="1"/>
        </p:nvSpPr>
        <p:spPr>
          <a:xfrm rot="16200000">
            <a:off x="7940036" y="7518996"/>
            <a:ext cx="5613271" cy="231913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2" name="Graphic 52">
            <a:extLst>
              <a:ext uri="{FF2B5EF4-FFF2-40B4-BE49-F238E27FC236}">
                <a16:creationId xmlns:a16="http://schemas.microsoft.com/office/drawing/2014/main" id="{2B2116E4-E668-C133-D041-B2A6D8DF3F75}"/>
              </a:ext>
            </a:extLst>
          </p:cNvPr>
          <p:cNvSpPr/>
          <p:nvPr userDrawn="1"/>
        </p:nvSpPr>
        <p:spPr>
          <a:xfrm>
            <a:off x="9195041" y="3851136"/>
            <a:ext cx="912326" cy="915154"/>
          </a:xfrm>
          <a:custGeom>
            <a:avLst/>
            <a:gdLst>
              <a:gd name="connsiteX0" fmla="*/ 587573 w 912326"/>
              <a:gd name="connsiteY0" fmla="*/ 914871 h 915154"/>
              <a:gd name="connsiteX1" fmla="*/ 582199 w 912326"/>
              <a:gd name="connsiteY1" fmla="*/ 909215 h 915154"/>
              <a:gd name="connsiteX2" fmla="*/ 596151 w 912326"/>
              <a:gd name="connsiteY2" fmla="*/ 895546 h 915154"/>
              <a:gd name="connsiteX3" fmla="*/ 582011 w 912326"/>
              <a:gd name="connsiteY3" fmla="*/ 881689 h 915154"/>
              <a:gd name="connsiteX4" fmla="*/ 588044 w 912326"/>
              <a:gd name="connsiteY4" fmla="*/ 876316 h 915154"/>
              <a:gd name="connsiteX5" fmla="*/ 601147 w 912326"/>
              <a:gd name="connsiteY5" fmla="*/ 889890 h 915154"/>
              <a:gd name="connsiteX6" fmla="*/ 614910 w 912326"/>
              <a:gd name="connsiteY6" fmla="*/ 875750 h 915154"/>
              <a:gd name="connsiteX7" fmla="*/ 620944 w 912326"/>
              <a:gd name="connsiteY7" fmla="*/ 882066 h 915154"/>
              <a:gd name="connsiteX8" fmla="*/ 607463 w 912326"/>
              <a:gd name="connsiteY8" fmla="*/ 895264 h 915154"/>
              <a:gd name="connsiteX9" fmla="*/ 621321 w 912326"/>
              <a:gd name="connsiteY9" fmla="*/ 909027 h 915154"/>
              <a:gd name="connsiteX10" fmla="*/ 615476 w 912326"/>
              <a:gd name="connsiteY10" fmla="*/ 914400 h 915154"/>
              <a:gd name="connsiteX11" fmla="*/ 602844 w 912326"/>
              <a:gd name="connsiteY11" fmla="*/ 901485 h 915154"/>
              <a:gd name="connsiteX12" fmla="*/ 588327 w 912326"/>
              <a:gd name="connsiteY12" fmla="*/ 914966 h 915154"/>
              <a:gd name="connsiteX13" fmla="*/ 587761 w 912326"/>
              <a:gd name="connsiteY13" fmla="*/ 914966 h 915154"/>
              <a:gd name="connsiteX14" fmla="*/ 878861 w 912326"/>
              <a:gd name="connsiteY14" fmla="*/ 914871 h 915154"/>
              <a:gd name="connsiteX15" fmla="*/ 892341 w 912326"/>
              <a:gd name="connsiteY15" fmla="*/ 901768 h 915154"/>
              <a:gd name="connsiteX16" fmla="*/ 906104 w 912326"/>
              <a:gd name="connsiteY16" fmla="*/ 914871 h 915154"/>
              <a:gd name="connsiteX17" fmla="*/ 906670 w 912326"/>
              <a:gd name="connsiteY17" fmla="*/ 914871 h 915154"/>
              <a:gd name="connsiteX18" fmla="*/ 912138 w 912326"/>
              <a:gd name="connsiteY18" fmla="*/ 908744 h 915154"/>
              <a:gd name="connsiteX19" fmla="*/ 898280 w 912326"/>
              <a:gd name="connsiteY19" fmla="*/ 895169 h 915154"/>
              <a:gd name="connsiteX20" fmla="*/ 911666 w 912326"/>
              <a:gd name="connsiteY20" fmla="*/ 881972 h 915154"/>
              <a:gd name="connsiteX21" fmla="*/ 905916 w 912326"/>
              <a:gd name="connsiteY21" fmla="*/ 875467 h 915154"/>
              <a:gd name="connsiteX22" fmla="*/ 892247 w 912326"/>
              <a:gd name="connsiteY22" fmla="*/ 889796 h 915154"/>
              <a:gd name="connsiteX23" fmla="*/ 878672 w 912326"/>
              <a:gd name="connsiteY23" fmla="*/ 875939 h 915154"/>
              <a:gd name="connsiteX24" fmla="*/ 872828 w 912326"/>
              <a:gd name="connsiteY24" fmla="*/ 881878 h 915154"/>
              <a:gd name="connsiteX25" fmla="*/ 886874 w 912326"/>
              <a:gd name="connsiteY25" fmla="*/ 895735 h 915154"/>
              <a:gd name="connsiteX26" fmla="*/ 873111 w 912326"/>
              <a:gd name="connsiteY26" fmla="*/ 909121 h 915154"/>
              <a:gd name="connsiteX27" fmla="*/ 878201 w 912326"/>
              <a:gd name="connsiteY27" fmla="*/ 914966 h 915154"/>
              <a:gd name="connsiteX28" fmla="*/ 878767 w 912326"/>
              <a:gd name="connsiteY28" fmla="*/ 914966 h 915154"/>
              <a:gd name="connsiteX29" fmla="*/ 6222 w 912326"/>
              <a:gd name="connsiteY29" fmla="*/ 914871 h 915154"/>
              <a:gd name="connsiteX30" fmla="*/ 20362 w 912326"/>
              <a:gd name="connsiteY30" fmla="*/ 901297 h 915154"/>
              <a:gd name="connsiteX31" fmla="*/ 33654 w 912326"/>
              <a:gd name="connsiteY31" fmla="*/ 914683 h 915154"/>
              <a:gd name="connsiteX32" fmla="*/ 39404 w 912326"/>
              <a:gd name="connsiteY32" fmla="*/ 908744 h 915154"/>
              <a:gd name="connsiteX33" fmla="*/ 25358 w 912326"/>
              <a:gd name="connsiteY33" fmla="*/ 895075 h 915154"/>
              <a:gd name="connsiteX34" fmla="*/ 38838 w 912326"/>
              <a:gd name="connsiteY34" fmla="*/ 881972 h 915154"/>
              <a:gd name="connsiteX35" fmla="*/ 32805 w 912326"/>
              <a:gd name="connsiteY35" fmla="*/ 875656 h 915154"/>
              <a:gd name="connsiteX36" fmla="*/ 19231 w 912326"/>
              <a:gd name="connsiteY36" fmla="*/ 889890 h 915154"/>
              <a:gd name="connsiteX37" fmla="*/ 6033 w 912326"/>
              <a:gd name="connsiteY37" fmla="*/ 876221 h 915154"/>
              <a:gd name="connsiteX38" fmla="*/ 283 w 912326"/>
              <a:gd name="connsiteY38" fmla="*/ 881689 h 915154"/>
              <a:gd name="connsiteX39" fmla="*/ 14329 w 912326"/>
              <a:gd name="connsiteY39" fmla="*/ 895546 h 915154"/>
              <a:gd name="connsiteX40" fmla="*/ 471 w 912326"/>
              <a:gd name="connsiteY40" fmla="*/ 909215 h 915154"/>
              <a:gd name="connsiteX41" fmla="*/ 5750 w 912326"/>
              <a:gd name="connsiteY41" fmla="*/ 914966 h 915154"/>
              <a:gd name="connsiteX42" fmla="*/ 6316 w 912326"/>
              <a:gd name="connsiteY42" fmla="*/ 914966 h 915154"/>
              <a:gd name="connsiteX43" fmla="*/ 324753 w 912326"/>
              <a:gd name="connsiteY43" fmla="*/ 914871 h 915154"/>
              <a:gd name="connsiteX44" fmla="*/ 330315 w 912326"/>
              <a:gd name="connsiteY44" fmla="*/ 908838 h 915154"/>
              <a:gd name="connsiteX45" fmla="*/ 316458 w 912326"/>
              <a:gd name="connsiteY45" fmla="*/ 895075 h 915154"/>
              <a:gd name="connsiteX46" fmla="*/ 330127 w 912326"/>
              <a:gd name="connsiteY46" fmla="*/ 881595 h 915154"/>
              <a:gd name="connsiteX47" fmla="*/ 324188 w 912326"/>
              <a:gd name="connsiteY47" fmla="*/ 875656 h 915154"/>
              <a:gd name="connsiteX48" fmla="*/ 310142 w 912326"/>
              <a:gd name="connsiteY48" fmla="*/ 889890 h 915154"/>
              <a:gd name="connsiteX49" fmla="*/ 296850 w 912326"/>
              <a:gd name="connsiteY49" fmla="*/ 876221 h 915154"/>
              <a:gd name="connsiteX50" fmla="*/ 291005 w 912326"/>
              <a:gd name="connsiteY50" fmla="*/ 881689 h 915154"/>
              <a:gd name="connsiteX51" fmla="*/ 305051 w 912326"/>
              <a:gd name="connsiteY51" fmla="*/ 895641 h 915154"/>
              <a:gd name="connsiteX52" fmla="*/ 291948 w 912326"/>
              <a:gd name="connsiteY52" fmla="*/ 908650 h 915154"/>
              <a:gd name="connsiteX53" fmla="*/ 297133 w 912326"/>
              <a:gd name="connsiteY53" fmla="*/ 915154 h 915154"/>
              <a:gd name="connsiteX54" fmla="*/ 310142 w 912326"/>
              <a:gd name="connsiteY54" fmla="*/ 901768 h 915154"/>
              <a:gd name="connsiteX55" fmla="*/ 324188 w 912326"/>
              <a:gd name="connsiteY55" fmla="*/ 914871 h 915154"/>
              <a:gd name="connsiteX56" fmla="*/ 324753 w 912326"/>
              <a:gd name="connsiteY56" fmla="*/ 914871 h 915154"/>
              <a:gd name="connsiteX57" fmla="*/ 595868 w 912326"/>
              <a:gd name="connsiteY57" fmla="*/ 20079 h 915154"/>
              <a:gd name="connsiteX58" fmla="*/ 582388 w 912326"/>
              <a:gd name="connsiteY58" fmla="*/ 33277 h 915154"/>
              <a:gd name="connsiteX59" fmla="*/ 588421 w 912326"/>
              <a:gd name="connsiteY59" fmla="*/ 39781 h 915154"/>
              <a:gd name="connsiteX60" fmla="*/ 601901 w 912326"/>
              <a:gd name="connsiteY60" fmla="*/ 25358 h 915154"/>
              <a:gd name="connsiteX61" fmla="*/ 615288 w 912326"/>
              <a:gd name="connsiteY61" fmla="*/ 39404 h 915154"/>
              <a:gd name="connsiteX62" fmla="*/ 621321 w 912326"/>
              <a:gd name="connsiteY62" fmla="*/ 33371 h 915154"/>
              <a:gd name="connsiteX63" fmla="*/ 607086 w 912326"/>
              <a:gd name="connsiteY63" fmla="*/ 19419 h 915154"/>
              <a:gd name="connsiteX64" fmla="*/ 620661 w 912326"/>
              <a:gd name="connsiteY64" fmla="*/ 6222 h 915154"/>
              <a:gd name="connsiteX65" fmla="*/ 615193 w 912326"/>
              <a:gd name="connsiteY65" fmla="*/ 377 h 915154"/>
              <a:gd name="connsiteX66" fmla="*/ 601242 w 912326"/>
              <a:gd name="connsiteY66" fmla="*/ 14612 h 915154"/>
              <a:gd name="connsiteX67" fmla="*/ 587667 w 912326"/>
              <a:gd name="connsiteY67" fmla="*/ 660 h 915154"/>
              <a:gd name="connsiteX68" fmla="*/ 581822 w 912326"/>
              <a:gd name="connsiteY68" fmla="*/ 6410 h 915154"/>
              <a:gd name="connsiteX69" fmla="*/ 595774 w 912326"/>
              <a:gd name="connsiteY69" fmla="*/ 20079 h 915154"/>
              <a:gd name="connsiteX70" fmla="*/ 39687 w 912326"/>
              <a:gd name="connsiteY70" fmla="*/ 325036 h 915154"/>
              <a:gd name="connsiteX71" fmla="*/ 25358 w 912326"/>
              <a:gd name="connsiteY71" fmla="*/ 311273 h 915154"/>
              <a:gd name="connsiteX72" fmla="*/ 38838 w 912326"/>
              <a:gd name="connsiteY72" fmla="*/ 297887 h 915154"/>
              <a:gd name="connsiteX73" fmla="*/ 33088 w 912326"/>
              <a:gd name="connsiteY73" fmla="*/ 291948 h 915154"/>
              <a:gd name="connsiteX74" fmla="*/ 19136 w 912326"/>
              <a:gd name="connsiteY74" fmla="*/ 306088 h 915154"/>
              <a:gd name="connsiteX75" fmla="*/ 5939 w 912326"/>
              <a:gd name="connsiteY75" fmla="*/ 292514 h 915154"/>
              <a:gd name="connsiteX76" fmla="*/ 0 w 912326"/>
              <a:gd name="connsiteY76" fmla="*/ 298264 h 915154"/>
              <a:gd name="connsiteX77" fmla="*/ 14234 w 912326"/>
              <a:gd name="connsiteY77" fmla="*/ 311933 h 915154"/>
              <a:gd name="connsiteX78" fmla="*/ 566 w 912326"/>
              <a:gd name="connsiteY78" fmla="*/ 325319 h 915154"/>
              <a:gd name="connsiteX79" fmla="*/ 6033 w 912326"/>
              <a:gd name="connsiteY79" fmla="*/ 331164 h 915154"/>
              <a:gd name="connsiteX80" fmla="*/ 19702 w 912326"/>
              <a:gd name="connsiteY80" fmla="*/ 317401 h 915154"/>
              <a:gd name="connsiteX81" fmla="*/ 33182 w 912326"/>
              <a:gd name="connsiteY81" fmla="*/ 331164 h 915154"/>
              <a:gd name="connsiteX82" fmla="*/ 39687 w 912326"/>
              <a:gd name="connsiteY82" fmla="*/ 325036 h 915154"/>
              <a:gd name="connsiteX83" fmla="*/ 329844 w 912326"/>
              <a:gd name="connsiteY83" fmla="*/ 298170 h 915154"/>
              <a:gd name="connsiteX84" fmla="*/ 324094 w 912326"/>
              <a:gd name="connsiteY84" fmla="*/ 291854 h 915154"/>
              <a:gd name="connsiteX85" fmla="*/ 310425 w 912326"/>
              <a:gd name="connsiteY85" fmla="*/ 306371 h 915154"/>
              <a:gd name="connsiteX86" fmla="*/ 296944 w 912326"/>
              <a:gd name="connsiteY86" fmla="*/ 292514 h 915154"/>
              <a:gd name="connsiteX87" fmla="*/ 291005 w 912326"/>
              <a:gd name="connsiteY87" fmla="*/ 298453 h 915154"/>
              <a:gd name="connsiteX88" fmla="*/ 305051 w 912326"/>
              <a:gd name="connsiteY88" fmla="*/ 312404 h 915154"/>
              <a:gd name="connsiteX89" fmla="*/ 291665 w 912326"/>
              <a:gd name="connsiteY89" fmla="*/ 325508 h 915154"/>
              <a:gd name="connsiteX90" fmla="*/ 297133 w 912326"/>
              <a:gd name="connsiteY90" fmla="*/ 331446 h 915154"/>
              <a:gd name="connsiteX91" fmla="*/ 310707 w 912326"/>
              <a:gd name="connsiteY91" fmla="*/ 317495 h 915154"/>
              <a:gd name="connsiteX92" fmla="*/ 323999 w 912326"/>
              <a:gd name="connsiteY92" fmla="*/ 331069 h 915154"/>
              <a:gd name="connsiteX93" fmla="*/ 330315 w 912326"/>
              <a:gd name="connsiteY93" fmla="*/ 325413 h 915154"/>
              <a:gd name="connsiteX94" fmla="*/ 316175 w 912326"/>
              <a:gd name="connsiteY94" fmla="*/ 311650 h 915154"/>
              <a:gd name="connsiteX95" fmla="*/ 329844 w 912326"/>
              <a:gd name="connsiteY95" fmla="*/ 298264 h 915154"/>
              <a:gd name="connsiteX96" fmla="*/ 19419 w 912326"/>
              <a:gd name="connsiteY96" fmla="*/ 598131 h 915154"/>
              <a:gd name="connsiteX97" fmla="*/ 6127 w 912326"/>
              <a:gd name="connsiteY97" fmla="*/ 584273 h 915154"/>
              <a:gd name="connsiteX98" fmla="*/ 283 w 912326"/>
              <a:gd name="connsiteY98" fmla="*/ 589929 h 915154"/>
              <a:gd name="connsiteX99" fmla="*/ 14329 w 912326"/>
              <a:gd name="connsiteY99" fmla="*/ 603504 h 915154"/>
              <a:gd name="connsiteX100" fmla="*/ 754 w 912326"/>
              <a:gd name="connsiteY100" fmla="*/ 616796 h 915154"/>
              <a:gd name="connsiteX101" fmla="*/ 6316 w 912326"/>
              <a:gd name="connsiteY101" fmla="*/ 623112 h 915154"/>
              <a:gd name="connsiteX102" fmla="*/ 20173 w 912326"/>
              <a:gd name="connsiteY102" fmla="*/ 609066 h 915154"/>
              <a:gd name="connsiteX103" fmla="*/ 33371 w 912326"/>
              <a:gd name="connsiteY103" fmla="*/ 622546 h 915154"/>
              <a:gd name="connsiteX104" fmla="*/ 39593 w 912326"/>
              <a:gd name="connsiteY104" fmla="*/ 616796 h 915154"/>
              <a:gd name="connsiteX105" fmla="*/ 25452 w 912326"/>
              <a:gd name="connsiteY105" fmla="*/ 603127 h 915154"/>
              <a:gd name="connsiteX106" fmla="*/ 39216 w 912326"/>
              <a:gd name="connsiteY106" fmla="*/ 589552 h 915154"/>
              <a:gd name="connsiteX107" fmla="*/ 33182 w 912326"/>
              <a:gd name="connsiteY107" fmla="*/ 583425 h 915154"/>
              <a:gd name="connsiteX108" fmla="*/ 19513 w 912326"/>
              <a:gd name="connsiteY108" fmla="*/ 598036 h 915154"/>
              <a:gd name="connsiteX109" fmla="*/ 297133 w 912326"/>
              <a:gd name="connsiteY109" fmla="*/ 584179 h 915154"/>
              <a:gd name="connsiteX110" fmla="*/ 291383 w 912326"/>
              <a:gd name="connsiteY110" fmla="*/ 589929 h 915154"/>
              <a:gd name="connsiteX111" fmla="*/ 305240 w 912326"/>
              <a:gd name="connsiteY111" fmla="*/ 603598 h 915154"/>
              <a:gd name="connsiteX112" fmla="*/ 291665 w 912326"/>
              <a:gd name="connsiteY112" fmla="*/ 616796 h 915154"/>
              <a:gd name="connsiteX113" fmla="*/ 297227 w 912326"/>
              <a:gd name="connsiteY113" fmla="*/ 622923 h 915154"/>
              <a:gd name="connsiteX114" fmla="*/ 310896 w 912326"/>
              <a:gd name="connsiteY114" fmla="*/ 609066 h 915154"/>
              <a:gd name="connsiteX115" fmla="*/ 324565 w 912326"/>
              <a:gd name="connsiteY115" fmla="*/ 622829 h 915154"/>
              <a:gd name="connsiteX116" fmla="*/ 330504 w 912326"/>
              <a:gd name="connsiteY116" fmla="*/ 616702 h 915154"/>
              <a:gd name="connsiteX117" fmla="*/ 316364 w 912326"/>
              <a:gd name="connsiteY117" fmla="*/ 603033 h 915154"/>
              <a:gd name="connsiteX118" fmla="*/ 330221 w 912326"/>
              <a:gd name="connsiteY118" fmla="*/ 589552 h 915154"/>
              <a:gd name="connsiteX119" fmla="*/ 324659 w 912326"/>
              <a:gd name="connsiteY119" fmla="*/ 583896 h 915154"/>
              <a:gd name="connsiteX120" fmla="*/ 310519 w 912326"/>
              <a:gd name="connsiteY120" fmla="*/ 598131 h 915154"/>
              <a:gd name="connsiteX121" fmla="*/ 297227 w 912326"/>
              <a:gd name="connsiteY121" fmla="*/ 584179 h 915154"/>
              <a:gd name="connsiteX122" fmla="*/ 19985 w 912326"/>
              <a:gd name="connsiteY122" fmla="*/ 25547 h 915154"/>
              <a:gd name="connsiteX123" fmla="*/ 33465 w 912326"/>
              <a:gd name="connsiteY123" fmla="*/ 39404 h 915154"/>
              <a:gd name="connsiteX124" fmla="*/ 39310 w 912326"/>
              <a:gd name="connsiteY124" fmla="*/ 33465 h 915154"/>
              <a:gd name="connsiteX125" fmla="*/ 25264 w 912326"/>
              <a:gd name="connsiteY125" fmla="*/ 19608 h 915154"/>
              <a:gd name="connsiteX126" fmla="*/ 39027 w 912326"/>
              <a:gd name="connsiteY126" fmla="*/ 6316 h 915154"/>
              <a:gd name="connsiteX127" fmla="*/ 33182 w 912326"/>
              <a:gd name="connsiteY127" fmla="*/ 283 h 915154"/>
              <a:gd name="connsiteX128" fmla="*/ 19231 w 912326"/>
              <a:gd name="connsiteY128" fmla="*/ 14517 h 915154"/>
              <a:gd name="connsiteX129" fmla="*/ 5939 w 912326"/>
              <a:gd name="connsiteY129" fmla="*/ 943 h 915154"/>
              <a:gd name="connsiteX130" fmla="*/ 189 w 912326"/>
              <a:gd name="connsiteY130" fmla="*/ 6410 h 915154"/>
              <a:gd name="connsiteX131" fmla="*/ 14234 w 912326"/>
              <a:gd name="connsiteY131" fmla="*/ 20173 h 915154"/>
              <a:gd name="connsiteX132" fmla="*/ 566 w 912326"/>
              <a:gd name="connsiteY132" fmla="*/ 33559 h 915154"/>
              <a:gd name="connsiteX133" fmla="*/ 6410 w 912326"/>
              <a:gd name="connsiteY133" fmla="*/ 39687 h 915154"/>
              <a:gd name="connsiteX134" fmla="*/ 20079 w 912326"/>
              <a:gd name="connsiteY134" fmla="*/ 25452 h 915154"/>
              <a:gd name="connsiteX135" fmla="*/ 615476 w 912326"/>
              <a:gd name="connsiteY135" fmla="*/ 330787 h 915154"/>
              <a:gd name="connsiteX136" fmla="*/ 621132 w 912326"/>
              <a:gd name="connsiteY136" fmla="*/ 325319 h 915154"/>
              <a:gd name="connsiteX137" fmla="*/ 606992 w 912326"/>
              <a:gd name="connsiteY137" fmla="*/ 311367 h 915154"/>
              <a:gd name="connsiteX138" fmla="*/ 620567 w 912326"/>
              <a:gd name="connsiteY138" fmla="*/ 298453 h 915154"/>
              <a:gd name="connsiteX139" fmla="*/ 615099 w 912326"/>
              <a:gd name="connsiteY139" fmla="*/ 291854 h 915154"/>
              <a:gd name="connsiteX140" fmla="*/ 601336 w 912326"/>
              <a:gd name="connsiteY140" fmla="*/ 305900 h 915154"/>
              <a:gd name="connsiteX141" fmla="*/ 588233 w 912326"/>
              <a:gd name="connsiteY141" fmla="*/ 292702 h 915154"/>
              <a:gd name="connsiteX142" fmla="*/ 581728 w 912326"/>
              <a:gd name="connsiteY142" fmla="*/ 298170 h 915154"/>
              <a:gd name="connsiteX143" fmla="*/ 595774 w 912326"/>
              <a:gd name="connsiteY143" fmla="*/ 311839 h 915154"/>
              <a:gd name="connsiteX144" fmla="*/ 582105 w 912326"/>
              <a:gd name="connsiteY144" fmla="*/ 325319 h 915154"/>
              <a:gd name="connsiteX145" fmla="*/ 587761 w 912326"/>
              <a:gd name="connsiteY145" fmla="*/ 330881 h 915154"/>
              <a:gd name="connsiteX146" fmla="*/ 601619 w 912326"/>
              <a:gd name="connsiteY146" fmla="*/ 316646 h 915154"/>
              <a:gd name="connsiteX147" fmla="*/ 615382 w 912326"/>
              <a:gd name="connsiteY147" fmla="*/ 330598 h 915154"/>
              <a:gd name="connsiteX148" fmla="*/ 887062 w 912326"/>
              <a:gd name="connsiteY148" fmla="*/ 20173 h 915154"/>
              <a:gd name="connsiteX149" fmla="*/ 873393 w 912326"/>
              <a:gd name="connsiteY149" fmla="*/ 33465 h 915154"/>
              <a:gd name="connsiteX150" fmla="*/ 878861 w 912326"/>
              <a:gd name="connsiteY150" fmla="*/ 39593 h 915154"/>
              <a:gd name="connsiteX151" fmla="*/ 892624 w 912326"/>
              <a:gd name="connsiteY151" fmla="*/ 25641 h 915154"/>
              <a:gd name="connsiteX152" fmla="*/ 906199 w 912326"/>
              <a:gd name="connsiteY152" fmla="*/ 39498 h 915154"/>
              <a:gd name="connsiteX153" fmla="*/ 912043 w 912326"/>
              <a:gd name="connsiteY153" fmla="*/ 33371 h 915154"/>
              <a:gd name="connsiteX154" fmla="*/ 897997 w 912326"/>
              <a:gd name="connsiteY154" fmla="*/ 19796 h 915154"/>
              <a:gd name="connsiteX155" fmla="*/ 911855 w 912326"/>
              <a:gd name="connsiteY155" fmla="*/ 6222 h 915154"/>
              <a:gd name="connsiteX156" fmla="*/ 905916 w 912326"/>
              <a:gd name="connsiteY156" fmla="*/ 189 h 915154"/>
              <a:gd name="connsiteX157" fmla="*/ 892247 w 912326"/>
              <a:gd name="connsiteY157" fmla="*/ 14800 h 915154"/>
              <a:gd name="connsiteX158" fmla="*/ 878955 w 912326"/>
              <a:gd name="connsiteY158" fmla="*/ 660 h 915154"/>
              <a:gd name="connsiteX159" fmla="*/ 873016 w 912326"/>
              <a:gd name="connsiteY159" fmla="*/ 6410 h 915154"/>
              <a:gd name="connsiteX160" fmla="*/ 887157 w 912326"/>
              <a:gd name="connsiteY160" fmla="*/ 20173 h 915154"/>
              <a:gd name="connsiteX161" fmla="*/ 588044 w 912326"/>
              <a:gd name="connsiteY161" fmla="*/ 584273 h 915154"/>
              <a:gd name="connsiteX162" fmla="*/ 581728 w 912326"/>
              <a:gd name="connsiteY162" fmla="*/ 590118 h 915154"/>
              <a:gd name="connsiteX163" fmla="*/ 595868 w 912326"/>
              <a:gd name="connsiteY163" fmla="*/ 603598 h 915154"/>
              <a:gd name="connsiteX164" fmla="*/ 582105 w 912326"/>
              <a:gd name="connsiteY164" fmla="*/ 617079 h 915154"/>
              <a:gd name="connsiteX165" fmla="*/ 587761 w 912326"/>
              <a:gd name="connsiteY165" fmla="*/ 622829 h 915154"/>
              <a:gd name="connsiteX166" fmla="*/ 601336 w 912326"/>
              <a:gd name="connsiteY166" fmla="*/ 608689 h 915154"/>
              <a:gd name="connsiteX167" fmla="*/ 615099 w 912326"/>
              <a:gd name="connsiteY167" fmla="*/ 622640 h 915154"/>
              <a:gd name="connsiteX168" fmla="*/ 621038 w 912326"/>
              <a:gd name="connsiteY168" fmla="*/ 616984 h 915154"/>
              <a:gd name="connsiteX169" fmla="*/ 606898 w 912326"/>
              <a:gd name="connsiteY169" fmla="*/ 603127 h 915154"/>
              <a:gd name="connsiteX170" fmla="*/ 620378 w 912326"/>
              <a:gd name="connsiteY170" fmla="*/ 590118 h 915154"/>
              <a:gd name="connsiteX171" fmla="*/ 615005 w 912326"/>
              <a:gd name="connsiteY171" fmla="*/ 583613 h 915154"/>
              <a:gd name="connsiteX172" fmla="*/ 601242 w 912326"/>
              <a:gd name="connsiteY172" fmla="*/ 597565 h 915154"/>
              <a:gd name="connsiteX173" fmla="*/ 587950 w 912326"/>
              <a:gd name="connsiteY173" fmla="*/ 584179 h 915154"/>
              <a:gd name="connsiteX174" fmla="*/ 305146 w 912326"/>
              <a:gd name="connsiteY174" fmla="*/ 20362 h 915154"/>
              <a:gd name="connsiteX175" fmla="*/ 291665 w 912326"/>
              <a:gd name="connsiteY175" fmla="*/ 33465 h 915154"/>
              <a:gd name="connsiteX176" fmla="*/ 297133 w 912326"/>
              <a:gd name="connsiteY176" fmla="*/ 39687 h 915154"/>
              <a:gd name="connsiteX177" fmla="*/ 310896 w 912326"/>
              <a:gd name="connsiteY177" fmla="*/ 25641 h 915154"/>
              <a:gd name="connsiteX178" fmla="*/ 324471 w 912326"/>
              <a:gd name="connsiteY178" fmla="*/ 39404 h 915154"/>
              <a:gd name="connsiteX179" fmla="*/ 330409 w 912326"/>
              <a:gd name="connsiteY179" fmla="*/ 33371 h 915154"/>
              <a:gd name="connsiteX180" fmla="*/ 316269 w 912326"/>
              <a:gd name="connsiteY180" fmla="*/ 19608 h 915154"/>
              <a:gd name="connsiteX181" fmla="*/ 329750 w 912326"/>
              <a:gd name="connsiteY181" fmla="*/ 6316 h 915154"/>
              <a:gd name="connsiteX182" fmla="*/ 324188 w 912326"/>
              <a:gd name="connsiteY182" fmla="*/ 0 h 915154"/>
              <a:gd name="connsiteX183" fmla="*/ 309953 w 912326"/>
              <a:gd name="connsiteY183" fmla="*/ 14423 h 915154"/>
              <a:gd name="connsiteX184" fmla="*/ 296944 w 912326"/>
              <a:gd name="connsiteY184" fmla="*/ 566 h 915154"/>
              <a:gd name="connsiteX185" fmla="*/ 291005 w 912326"/>
              <a:gd name="connsiteY185" fmla="*/ 6222 h 915154"/>
              <a:gd name="connsiteX186" fmla="*/ 305051 w 912326"/>
              <a:gd name="connsiteY186" fmla="*/ 20173 h 915154"/>
              <a:gd name="connsiteX187" fmla="*/ 911478 w 912326"/>
              <a:gd name="connsiteY187" fmla="*/ 298076 h 915154"/>
              <a:gd name="connsiteX188" fmla="*/ 906104 w 912326"/>
              <a:gd name="connsiteY188" fmla="*/ 291948 h 915154"/>
              <a:gd name="connsiteX189" fmla="*/ 892341 w 912326"/>
              <a:gd name="connsiteY189" fmla="*/ 305900 h 915154"/>
              <a:gd name="connsiteX190" fmla="*/ 879144 w 912326"/>
              <a:gd name="connsiteY190" fmla="*/ 292608 h 915154"/>
              <a:gd name="connsiteX191" fmla="*/ 872828 w 912326"/>
              <a:gd name="connsiteY191" fmla="*/ 298453 h 915154"/>
              <a:gd name="connsiteX192" fmla="*/ 886779 w 912326"/>
              <a:gd name="connsiteY192" fmla="*/ 312121 h 915154"/>
              <a:gd name="connsiteX193" fmla="*/ 873393 w 912326"/>
              <a:gd name="connsiteY193" fmla="*/ 325413 h 915154"/>
              <a:gd name="connsiteX194" fmla="*/ 879144 w 912326"/>
              <a:gd name="connsiteY194" fmla="*/ 331446 h 915154"/>
              <a:gd name="connsiteX195" fmla="*/ 893190 w 912326"/>
              <a:gd name="connsiteY195" fmla="*/ 317023 h 915154"/>
              <a:gd name="connsiteX196" fmla="*/ 906199 w 912326"/>
              <a:gd name="connsiteY196" fmla="*/ 330315 h 915154"/>
              <a:gd name="connsiteX197" fmla="*/ 912043 w 912326"/>
              <a:gd name="connsiteY197" fmla="*/ 325413 h 915154"/>
              <a:gd name="connsiteX198" fmla="*/ 897903 w 912326"/>
              <a:gd name="connsiteY198" fmla="*/ 311462 h 915154"/>
              <a:gd name="connsiteX199" fmla="*/ 911478 w 912326"/>
              <a:gd name="connsiteY199" fmla="*/ 298076 h 915154"/>
              <a:gd name="connsiteX200" fmla="*/ 872828 w 912326"/>
              <a:gd name="connsiteY200" fmla="*/ 590024 h 915154"/>
              <a:gd name="connsiteX201" fmla="*/ 887157 w 912326"/>
              <a:gd name="connsiteY201" fmla="*/ 603598 h 915154"/>
              <a:gd name="connsiteX202" fmla="*/ 873393 w 912326"/>
              <a:gd name="connsiteY202" fmla="*/ 617079 h 915154"/>
              <a:gd name="connsiteX203" fmla="*/ 878955 w 912326"/>
              <a:gd name="connsiteY203" fmla="*/ 623018 h 915154"/>
              <a:gd name="connsiteX204" fmla="*/ 892530 w 912326"/>
              <a:gd name="connsiteY204" fmla="*/ 608972 h 915154"/>
              <a:gd name="connsiteX205" fmla="*/ 905916 w 912326"/>
              <a:gd name="connsiteY205" fmla="*/ 622923 h 915154"/>
              <a:gd name="connsiteX206" fmla="*/ 912326 w 912326"/>
              <a:gd name="connsiteY206" fmla="*/ 616796 h 915154"/>
              <a:gd name="connsiteX207" fmla="*/ 897903 w 912326"/>
              <a:gd name="connsiteY207" fmla="*/ 602844 h 915154"/>
              <a:gd name="connsiteX208" fmla="*/ 911478 w 912326"/>
              <a:gd name="connsiteY208" fmla="*/ 590024 h 915154"/>
              <a:gd name="connsiteX209" fmla="*/ 905916 w 912326"/>
              <a:gd name="connsiteY209" fmla="*/ 583708 h 915154"/>
              <a:gd name="connsiteX210" fmla="*/ 892341 w 912326"/>
              <a:gd name="connsiteY210" fmla="*/ 597754 h 915154"/>
              <a:gd name="connsiteX211" fmla="*/ 878861 w 912326"/>
              <a:gd name="connsiteY211" fmla="*/ 584085 h 915154"/>
              <a:gd name="connsiteX212" fmla="*/ 872828 w 912326"/>
              <a:gd name="connsiteY212" fmla="*/ 590118 h 91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912326" h="915154">
                <a:moveTo>
                  <a:pt x="587573" y="914871"/>
                </a:moveTo>
                <a:cubicBezTo>
                  <a:pt x="585876" y="912986"/>
                  <a:pt x="584085" y="911195"/>
                  <a:pt x="582199" y="909215"/>
                </a:cubicBezTo>
                <a:cubicBezTo>
                  <a:pt x="586819" y="904690"/>
                  <a:pt x="591343" y="900166"/>
                  <a:pt x="596151" y="895546"/>
                </a:cubicBezTo>
                <a:cubicBezTo>
                  <a:pt x="591249" y="890739"/>
                  <a:pt x="586724" y="886308"/>
                  <a:pt x="582011" y="881689"/>
                </a:cubicBezTo>
                <a:cubicBezTo>
                  <a:pt x="584085" y="879804"/>
                  <a:pt x="585970" y="878107"/>
                  <a:pt x="588044" y="876316"/>
                </a:cubicBezTo>
                <a:cubicBezTo>
                  <a:pt x="592286" y="880652"/>
                  <a:pt x="596622" y="885271"/>
                  <a:pt x="601147" y="889890"/>
                </a:cubicBezTo>
                <a:cubicBezTo>
                  <a:pt x="606049" y="884894"/>
                  <a:pt x="610386" y="880369"/>
                  <a:pt x="614910" y="875750"/>
                </a:cubicBezTo>
                <a:cubicBezTo>
                  <a:pt x="617173" y="878107"/>
                  <a:pt x="618870" y="879992"/>
                  <a:pt x="620944" y="882066"/>
                </a:cubicBezTo>
                <a:cubicBezTo>
                  <a:pt x="616607" y="886308"/>
                  <a:pt x="612082" y="890739"/>
                  <a:pt x="607463" y="895264"/>
                </a:cubicBezTo>
                <a:cubicBezTo>
                  <a:pt x="612082" y="899883"/>
                  <a:pt x="616607" y="904313"/>
                  <a:pt x="621321" y="909027"/>
                </a:cubicBezTo>
                <a:cubicBezTo>
                  <a:pt x="619153" y="911006"/>
                  <a:pt x="617361" y="912703"/>
                  <a:pt x="615476" y="914400"/>
                </a:cubicBezTo>
                <a:cubicBezTo>
                  <a:pt x="611234" y="910064"/>
                  <a:pt x="606803" y="905539"/>
                  <a:pt x="602844" y="901485"/>
                </a:cubicBezTo>
                <a:cubicBezTo>
                  <a:pt x="597659" y="906293"/>
                  <a:pt x="592946" y="910629"/>
                  <a:pt x="588327" y="914966"/>
                </a:cubicBezTo>
                <a:lnTo>
                  <a:pt x="587761" y="914966"/>
                </a:lnTo>
                <a:close/>
                <a:moveTo>
                  <a:pt x="878861" y="914871"/>
                </a:moveTo>
                <a:cubicBezTo>
                  <a:pt x="883386" y="910441"/>
                  <a:pt x="888005" y="906010"/>
                  <a:pt x="892341" y="901768"/>
                </a:cubicBezTo>
                <a:cubicBezTo>
                  <a:pt x="896866" y="906104"/>
                  <a:pt x="901485" y="910535"/>
                  <a:pt x="906104" y="914871"/>
                </a:cubicBezTo>
                <a:lnTo>
                  <a:pt x="906670" y="914871"/>
                </a:lnTo>
                <a:cubicBezTo>
                  <a:pt x="908367" y="912986"/>
                  <a:pt x="910158" y="911006"/>
                  <a:pt x="912138" y="908744"/>
                </a:cubicBezTo>
                <a:cubicBezTo>
                  <a:pt x="907424" y="904219"/>
                  <a:pt x="902899" y="899789"/>
                  <a:pt x="898280" y="895169"/>
                </a:cubicBezTo>
                <a:cubicBezTo>
                  <a:pt x="902899" y="890644"/>
                  <a:pt x="907424" y="886214"/>
                  <a:pt x="911666" y="881972"/>
                </a:cubicBezTo>
                <a:cubicBezTo>
                  <a:pt x="909781" y="879898"/>
                  <a:pt x="908084" y="877918"/>
                  <a:pt x="905916" y="875467"/>
                </a:cubicBezTo>
                <a:cubicBezTo>
                  <a:pt x="901297" y="880275"/>
                  <a:pt x="896960" y="884800"/>
                  <a:pt x="892247" y="889796"/>
                </a:cubicBezTo>
                <a:cubicBezTo>
                  <a:pt x="887628" y="885083"/>
                  <a:pt x="883197" y="880558"/>
                  <a:pt x="878672" y="875939"/>
                </a:cubicBezTo>
                <a:cubicBezTo>
                  <a:pt x="876787" y="877918"/>
                  <a:pt x="874996" y="879709"/>
                  <a:pt x="872828" y="881878"/>
                </a:cubicBezTo>
                <a:cubicBezTo>
                  <a:pt x="877447" y="886402"/>
                  <a:pt x="881972" y="890833"/>
                  <a:pt x="886874" y="895735"/>
                </a:cubicBezTo>
                <a:cubicBezTo>
                  <a:pt x="882160" y="900260"/>
                  <a:pt x="877730" y="904690"/>
                  <a:pt x="873111" y="909121"/>
                </a:cubicBezTo>
                <a:cubicBezTo>
                  <a:pt x="874902" y="911195"/>
                  <a:pt x="876599" y="913080"/>
                  <a:pt x="878201" y="914966"/>
                </a:cubicBezTo>
                <a:lnTo>
                  <a:pt x="878767" y="914966"/>
                </a:lnTo>
                <a:close/>
                <a:moveTo>
                  <a:pt x="6222" y="914871"/>
                </a:moveTo>
                <a:cubicBezTo>
                  <a:pt x="10841" y="910441"/>
                  <a:pt x="15366" y="906010"/>
                  <a:pt x="20362" y="901297"/>
                </a:cubicBezTo>
                <a:cubicBezTo>
                  <a:pt x="24604" y="905633"/>
                  <a:pt x="29035" y="910064"/>
                  <a:pt x="33654" y="914683"/>
                </a:cubicBezTo>
                <a:cubicBezTo>
                  <a:pt x="35539" y="912797"/>
                  <a:pt x="37236" y="911006"/>
                  <a:pt x="39404" y="908744"/>
                </a:cubicBezTo>
                <a:cubicBezTo>
                  <a:pt x="34785" y="904219"/>
                  <a:pt x="30260" y="899789"/>
                  <a:pt x="25358" y="895075"/>
                </a:cubicBezTo>
                <a:cubicBezTo>
                  <a:pt x="30072" y="890456"/>
                  <a:pt x="34596" y="886025"/>
                  <a:pt x="38838" y="881972"/>
                </a:cubicBezTo>
                <a:cubicBezTo>
                  <a:pt x="36953" y="879992"/>
                  <a:pt x="35162" y="878107"/>
                  <a:pt x="32805" y="875656"/>
                </a:cubicBezTo>
                <a:cubicBezTo>
                  <a:pt x="28375" y="880275"/>
                  <a:pt x="24038" y="884800"/>
                  <a:pt x="19231" y="889890"/>
                </a:cubicBezTo>
                <a:cubicBezTo>
                  <a:pt x="14706" y="885177"/>
                  <a:pt x="10369" y="880652"/>
                  <a:pt x="6033" y="876221"/>
                </a:cubicBezTo>
                <a:cubicBezTo>
                  <a:pt x="4148" y="878013"/>
                  <a:pt x="2262" y="879804"/>
                  <a:pt x="283" y="881689"/>
                </a:cubicBezTo>
                <a:cubicBezTo>
                  <a:pt x="4996" y="886308"/>
                  <a:pt x="9427" y="890739"/>
                  <a:pt x="14329" y="895546"/>
                </a:cubicBezTo>
                <a:cubicBezTo>
                  <a:pt x="9615" y="900166"/>
                  <a:pt x="5090" y="904690"/>
                  <a:pt x="471" y="909215"/>
                </a:cubicBezTo>
                <a:cubicBezTo>
                  <a:pt x="2357" y="911195"/>
                  <a:pt x="4054" y="913080"/>
                  <a:pt x="5750" y="914966"/>
                </a:cubicBezTo>
                <a:lnTo>
                  <a:pt x="6316" y="914966"/>
                </a:lnTo>
                <a:close/>
                <a:moveTo>
                  <a:pt x="324753" y="914871"/>
                </a:moveTo>
                <a:cubicBezTo>
                  <a:pt x="326545" y="912986"/>
                  <a:pt x="328241" y="911006"/>
                  <a:pt x="330315" y="908838"/>
                </a:cubicBezTo>
                <a:cubicBezTo>
                  <a:pt x="325696" y="904219"/>
                  <a:pt x="321171" y="899789"/>
                  <a:pt x="316458" y="895075"/>
                </a:cubicBezTo>
                <a:cubicBezTo>
                  <a:pt x="320983" y="890550"/>
                  <a:pt x="325508" y="886120"/>
                  <a:pt x="330127" y="881595"/>
                </a:cubicBezTo>
                <a:cubicBezTo>
                  <a:pt x="328241" y="879709"/>
                  <a:pt x="326450" y="877918"/>
                  <a:pt x="324188" y="875656"/>
                </a:cubicBezTo>
                <a:cubicBezTo>
                  <a:pt x="319569" y="880275"/>
                  <a:pt x="315138" y="884800"/>
                  <a:pt x="310142" y="889890"/>
                </a:cubicBezTo>
                <a:cubicBezTo>
                  <a:pt x="305523" y="885177"/>
                  <a:pt x="301092" y="880652"/>
                  <a:pt x="296850" y="876221"/>
                </a:cubicBezTo>
                <a:cubicBezTo>
                  <a:pt x="294965" y="878013"/>
                  <a:pt x="293079" y="879709"/>
                  <a:pt x="291005" y="881689"/>
                </a:cubicBezTo>
                <a:cubicBezTo>
                  <a:pt x="295719" y="886308"/>
                  <a:pt x="300149" y="890739"/>
                  <a:pt x="305051" y="895641"/>
                </a:cubicBezTo>
                <a:cubicBezTo>
                  <a:pt x="300432" y="900260"/>
                  <a:pt x="295907" y="904690"/>
                  <a:pt x="291948" y="908650"/>
                </a:cubicBezTo>
                <a:cubicBezTo>
                  <a:pt x="293645" y="910724"/>
                  <a:pt x="295153" y="912703"/>
                  <a:pt x="297133" y="915154"/>
                </a:cubicBezTo>
                <a:cubicBezTo>
                  <a:pt x="301846" y="910346"/>
                  <a:pt x="306183" y="905822"/>
                  <a:pt x="310142" y="901768"/>
                </a:cubicBezTo>
                <a:cubicBezTo>
                  <a:pt x="314950" y="906199"/>
                  <a:pt x="319569" y="910535"/>
                  <a:pt x="324188" y="914871"/>
                </a:cubicBezTo>
                <a:lnTo>
                  <a:pt x="324753" y="914871"/>
                </a:lnTo>
                <a:close/>
                <a:moveTo>
                  <a:pt x="595868" y="20079"/>
                </a:moveTo>
                <a:cubicBezTo>
                  <a:pt x="591249" y="24604"/>
                  <a:pt x="586724" y="29035"/>
                  <a:pt x="582388" y="33277"/>
                </a:cubicBezTo>
                <a:cubicBezTo>
                  <a:pt x="584368" y="35351"/>
                  <a:pt x="586064" y="37236"/>
                  <a:pt x="588421" y="39781"/>
                </a:cubicBezTo>
                <a:cubicBezTo>
                  <a:pt x="592852" y="35068"/>
                  <a:pt x="597188" y="30449"/>
                  <a:pt x="601901" y="25358"/>
                </a:cubicBezTo>
                <a:cubicBezTo>
                  <a:pt x="606521" y="30166"/>
                  <a:pt x="610857" y="34691"/>
                  <a:pt x="615288" y="39404"/>
                </a:cubicBezTo>
                <a:cubicBezTo>
                  <a:pt x="617267" y="37424"/>
                  <a:pt x="619058" y="35633"/>
                  <a:pt x="621321" y="33371"/>
                </a:cubicBezTo>
                <a:cubicBezTo>
                  <a:pt x="616607" y="28752"/>
                  <a:pt x="612082" y="24321"/>
                  <a:pt x="607086" y="19419"/>
                </a:cubicBezTo>
                <a:cubicBezTo>
                  <a:pt x="611705" y="14894"/>
                  <a:pt x="616230" y="10558"/>
                  <a:pt x="620661" y="6222"/>
                </a:cubicBezTo>
                <a:cubicBezTo>
                  <a:pt x="618870" y="4242"/>
                  <a:pt x="617173" y="2451"/>
                  <a:pt x="615193" y="377"/>
                </a:cubicBezTo>
                <a:cubicBezTo>
                  <a:pt x="610574" y="5090"/>
                  <a:pt x="606144" y="9521"/>
                  <a:pt x="601242" y="14612"/>
                </a:cubicBezTo>
                <a:cubicBezTo>
                  <a:pt x="596622" y="9804"/>
                  <a:pt x="592192" y="5279"/>
                  <a:pt x="587667" y="660"/>
                </a:cubicBezTo>
                <a:cubicBezTo>
                  <a:pt x="585782" y="2545"/>
                  <a:pt x="584085" y="4242"/>
                  <a:pt x="581822" y="6410"/>
                </a:cubicBezTo>
                <a:cubicBezTo>
                  <a:pt x="586536" y="11029"/>
                  <a:pt x="591061" y="15460"/>
                  <a:pt x="595774" y="20079"/>
                </a:cubicBezTo>
                <a:close/>
                <a:moveTo>
                  <a:pt x="39687" y="325036"/>
                </a:moveTo>
                <a:cubicBezTo>
                  <a:pt x="34879" y="320417"/>
                  <a:pt x="30354" y="315986"/>
                  <a:pt x="25358" y="311273"/>
                </a:cubicBezTo>
                <a:cubicBezTo>
                  <a:pt x="29977" y="306748"/>
                  <a:pt x="34408" y="302318"/>
                  <a:pt x="38838" y="297887"/>
                </a:cubicBezTo>
                <a:cubicBezTo>
                  <a:pt x="37047" y="296002"/>
                  <a:pt x="35351" y="294211"/>
                  <a:pt x="33088" y="291948"/>
                </a:cubicBezTo>
                <a:cubicBezTo>
                  <a:pt x="28469" y="296567"/>
                  <a:pt x="24038" y="301092"/>
                  <a:pt x="19136" y="306088"/>
                </a:cubicBezTo>
                <a:cubicBezTo>
                  <a:pt x="14612" y="301469"/>
                  <a:pt x="10181" y="296944"/>
                  <a:pt x="5939" y="292514"/>
                </a:cubicBezTo>
                <a:cubicBezTo>
                  <a:pt x="4054" y="294305"/>
                  <a:pt x="2262" y="296096"/>
                  <a:pt x="0" y="298264"/>
                </a:cubicBezTo>
                <a:cubicBezTo>
                  <a:pt x="4713" y="302789"/>
                  <a:pt x="9238" y="307125"/>
                  <a:pt x="14234" y="311933"/>
                </a:cubicBezTo>
                <a:cubicBezTo>
                  <a:pt x="9521" y="316552"/>
                  <a:pt x="4996" y="320983"/>
                  <a:pt x="566" y="325319"/>
                </a:cubicBezTo>
                <a:cubicBezTo>
                  <a:pt x="2357" y="327204"/>
                  <a:pt x="4054" y="329090"/>
                  <a:pt x="6033" y="331164"/>
                </a:cubicBezTo>
                <a:cubicBezTo>
                  <a:pt x="10652" y="326545"/>
                  <a:pt x="15083" y="322020"/>
                  <a:pt x="19702" y="317401"/>
                </a:cubicBezTo>
                <a:cubicBezTo>
                  <a:pt x="24321" y="322114"/>
                  <a:pt x="28752" y="326639"/>
                  <a:pt x="33182" y="331164"/>
                </a:cubicBezTo>
                <a:cubicBezTo>
                  <a:pt x="35539" y="328995"/>
                  <a:pt x="37330" y="327204"/>
                  <a:pt x="39687" y="325036"/>
                </a:cubicBezTo>
                <a:close/>
                <a:moveTo>
                  <a:pt x="329844" y="298170"/>
                </a:moveTo>
                <a:cubicBezTo>
                  <a:pt x="328053" y="296190"/>
                  <a:pt x="326356" y="294305"/>
                  <a:pt x="324094" y="291854"/>
                </a:cubicBezTo>
                <a:cubicBezTo>
                  <a:pt x="319569" y="296662"/>
                  <a:pt x="315232" y="301281"/>
                  <a:pt x="310425" y="306371"/>
                </a:cubicBezTo>
                <a:cubicBezTo>
                  <a:pt x="305711" y="301469"/>
                  <a:pt x="301281" y="297039"/>
                  <a:pt x="296944" y="292514"/>
                </a:cubicBezTo>
                <a:cubicBezTo>
                  <a:pt x="295059" y="294399"/>
                  <a:pt x="293268" y="296190"/>
                  <a:pt x="291005" y="298453"/>
                </a:cubicBezTo>
                <a:cubicBezTo>
                  <a:pt x="295625" y="302978"/>
                  <a:pt x="300149" y="307408"/>
                  <a:pt x="305051" y="312404"/>
                </a:cubicBezTo>
                <a:cubicBezTo>
                  <a:pt x="300432" y="316835"/>
                  <a:pt x="295907" y="321265"/>
                  <a:pt x="291665" y="325508"/>
                </a:cubicBezTo>
                <a:cubicBezTo>
                  <a:pt x="293456" y="327393"/>
                  <a:pt x="295153" y="329278"/>
                  <a:pt x="297133" y="331446"/>
                </a:cubicBezTo>
                <a:cubicBezTo>
                  <a:pt x="301658" y="326733"/>
                  <a:pt x="306088" y="322208"/>
                  <a:pt x="310707" y="317495"/>
                </a:cubicBezTo>
                <a:cubicBezTo>
                  <a:pt x="315327" y="322302"/>
                  <a:pt x="319757" y="326827"/>
                  <a:pt x="323999" y="331069"/>
                </a:cubicBezTo>
                <a:cubicBezTo>
                  <a:pt x="326262" y="329090"/>
                  <a:pt x="328147" y="327299"/>
                  <a:pt x="330315" y="325413"/>
                </a:cubicBezTo>
                <a:cubicBezTo>
                  <a:pt x="325602" y="320888"/>
                  <a:pt x="321171" y="316552"/>
                  <a:pt x="316175" y="311650"/>
                </a:cubicBezTo>
                <a:cubicBezTo>
                  <a:pt x="320983" y="306937"/>
                  <a:pt x="325508" y="302506"/>
                  <a:pt x="329844" y="298264"/>
                </a:cubicBezTo>
                <a:close/>
                <a:moveTo>
                  <a:pt x="19419" y="598131"/>
                </a:moveTo>
                <a:cubicBezTo>
                  <a:pt x="14706" y="593229"/>
                  <a:pt x="10369" y="588704"/>
                  <a:pt x="6127" y="584273"/>
                </a:cubicBezTo>
                <a:cubicBezTo>
                  <a:pt x="4242" y="586159"/>
                  <a:pt x="2451" y="587856"/>
                  <a:pt x="283" y="589929"/>
                </a:cubicBezTo>
                <a:cubicBezTo>
                  <a:pt x="4808" y="594360"/>
                  <a:pt x="9427" y="598696"/>
                  <a:pt x="14329" y="603504"/>
                </a:cubicBezTo>
                <a:cubicBezTo>
                  <a:pt x="9521" y="608217"/>
                  <a:pt x="4996" y="612742"/>
                  <a:pt x="754" y="616796"/>
                </a:cubicBezTo>
                <a:cubicBezTo>
                  <a:pt x="2545" y="618870"/>
                  <a:pt x="4242" y="620755"/>
                  <a:pt x="6316" y="623112"/>
                </a:cubicBezTo>
                <a:cubicBezTo>
                  <a:pt x="10935" y="618398"/>
                  <a:pt x="15366" y="613874"/>
                  <a:pt x="20173" y="609066"/>
                </a:cubicBezTo>
                <a:cubicBezTo>
                  <a:pt x="24698" y="613685"/>
                  <a:pt x="29035" y="618116"/>
                  <a:pt x="33371" y="622546"/>
                </a:cubicBezTo>
                <a:cubicBezTo>
                  <a:pt x="35445" y="620661"/>
                  <a:pt x="37236" y="618964"/>
                  <a:pt x="39593" y="616796"/>
                </a:cubicBezTo>
                <a:cubicBezTo>
                  <a:pt x="34973" y="612271"/>
                  <a:pt x="30354" y="607840"/>
                  <a:pt x="25452" y="603127"/>
                </a:cubicBezTo>
                <a:cubicBezTo>
                  <a:pt x="30166" y="598414"/>
                  <a:pt x="34691" y="593983"/>
                  <a:pt x="39216" y="589552"/>
                </a:cubicBezTo>
                <a:cubicBezTo>
                  <a:pt x="37330" y="587667"/>
                  <a:pt x="35539" y="585876"/>
                  <a:pt x="33182" y="583425"/>
                </a:cubicBezTo>
                <a:cubicBezTo>
                  <a:pt x="28752" y="588233"/>
                  <a:pt x="24321" y="592852"/>
                  <a:pt x="19513" y="598036"/>
                </a:cubicBezTo>
                <a:close/>
                <a:moveTo>
                  <a:pt x="297133" y="584179"/>
                </a:moveTo>
                <a:cubicBezTo>
                  <a:pt x="295153" y="586159"/>
                  <a:pt x="293362" y="587950"/>
                  <a:pt x="291383" y="589929"/>
                </a:cubicBezTo>
                <a:cubicBezTo>
                  <a:pt x="295813" y="594360"/>
                  <a:pt x="300338" y="598791"/>
                  <a:pt x="305240" y="603598"/>
                </a:cubicBezTo>
                <a:cubicBezTo>
                  <a:pt x="300527" y="608217"/>
                  <a:pt x="296002" y="612648"/>
                  <a:pt x="291665" y="616796"/>
                </a:cubicBezTo>
                <a:cubicBezTo>
                  <a:pt x="293551" y="618870"/>
                  <a:pt x="295248" y="620755"/>
                  <a:pt x="297227" y="622923"/>
                </a:cubicBezTo>
                <a:cubicBezTo>
                  <a:pt x="301846" y="618304"/>
                  <a:pt x="306183" y="613779"/>
                  <a:pt x="310896" y="609066"/>
                </a:cubicBezTo>
                <a:cubicBezTo>
                  <a:pt x="315515" y="613685"/>
                  <a:pt x="319946" y="618210"/>
                  <a:pt x="324565" y="622829"/>
                </a:cubicBezTo>
                <a:cubicBezTo>
                  <a:pt x="326545" y="620755"/>
                  <a:pt x="328241" y="618964"/>
                  <a:pt x="330504" y="616702"/>
                </a:cubicBezTo>
                <a:cubicBezTo>
                  <a:pt x="325885" y="612271"/>
                  <a:pt x="321360" y="607840"/>
                  <a:pt x="316364" y="603033"/>
                </a:cubicBezTo>
                <a:cubicBezTo>
                  <a:pt x="321077" y="598414"/>
                  <a:pt x="325602" y="594077"/>
                  <a:pt x="330221" y="589552"/>
                </a:cubicBezTo>
                <a:cubicBezTo>
                  <a:pt x="328336" y="587573"/>
                  <a:pt x="326545" y="585782"/>
                  <a:pt x="324659" y="583896"/>
                </a:cubicBezTo>
                <a:cubicBezTo>
                  <a:pt x="320040" y="588515"/>
                  <a:pt x="315609" y="592946"/>
                  <a:pt x="310519" y="598131"/>
                </a:cubicBezTo>
                <a:cubicBezTo>
                  <a:pt x="305806" y="593135"/>
                  <a:pt x="301469" y="588610"/>
                  <a:pt x="297227" y="584179"/>
                </a:cubicBezTo>
                <a:close/>
                <a:moveTo>
                  <a:pt x="19985" y="25547"/>
                </a:moveTo>
                <a:cubicBezTo>
                  <a:pt x="24604" y="30260"/>
                  <a:pt x="28940" y="34785"/>
                  <a:pt x="33465" y="39404"/>
                </a:cubicBezTo>
                <a:cubicBezTo>
                  <a:pt x="35445" y="37424"/>
                  <a:pt x="37142" y="35633"/>
                  <a:pt x="39310" y="33465"/>
                </a:cubicBezTo>
                <a:cubicBezTo>
                  <a:pt x="34691" y="28940"/>
                  <a:pt x="30166" y="24510"/>
                  <a:pt x="25264" y="19608"/>
                </a:cubicBezTo>
                <a:cubicBezTo>
                  <a:pt x="29977" y="15083"/>
                  <a:pt x="34502" y="10652"/>
                  <a:pt x="39027" y="6316"/>
                </a:cubicBezTo>
                <a:cubicBezTo>
                  <a:pt x="37142" y="4336"/>
                  <a:pt x="35351" y="2545"/>
                  <a:pt x="33182" y="283"/>
                </a:cubicBezTo>
                <a:cubicBezTo>
                  <a:pt x="28563" y="4996"/>
                  <a:pt x="24133" y="9521"/>
                  <a:pt x="19231" y="14517"/>
                </a:cubicBezTo>
                <a:cubicBezTo>
                  <a:pt x="14612" y="9804"/>
                  <a:pt x="10181" y="5373"/>
                  <a:pt x="5939" y="943"/>
                </a:cubicBezTo>
                <a:cubicBezTo>
                  <a:pt x="4054" y="2734"/>
                  <a:pt x="2262" y="4431"/>
                  <a:pt x="189" y="6410"/>
                </a:cubicBezTo>
                <a:cubicBezTo>
                  <a:pt x="4808" y="10935"/>
                  <a:pt x="9333" y="15366"/>
                  <a:pt x="14234" y="20173"/>
                </a:cubicBezTo>
                <a:cubicBezTo>
                  <a:pt x="9521" y="24792"/>
                  <a:pt x="4902" y="29317"/>
                  <a:pt x="566" y="33559"/>
                </a:cubicBezTo>
                <a:cubicBezTo>
                  <a:pt x="2357" y="35445"/>
                  <a:pt x="4054" y="37236"/>
                  <a:pt x="6410" y="39687"/>
                </a:cubicBezTo>
                <a:cubicBezTo>
                  <a:pt x="10935" y="34973"/>
                  <a:pt x="15271" y="30449"/>
                  <a:pt x="20079" y="25452"/>
                </a:cubicBezTo>
                <a:close/>
                <a:moveTo>
                  <a:pt x="615476" y="330787"/>
                </a:moveTo>
                <a:cubicBezTo>
                  <a:pt x="617361" y="328995"/>
                  <a:pt x="619153" y="327299"/>
                  <a:pt x="621132" y="325319"/>
                </a:cubicBezTo>
                <a:cubicBezTo>
                  <a:pt x="616513" y="320700"/>
                  <a:pt x="611988" y="316269"/>
                  <a:pt x="606992" y="311367"/>
                </a:cubicBezTo>
                <a:cubicBezTo>
                  <a:pt x="611800" y="306842"/>
                  <a:pt x="616419" y="302412"/>
                  <a:pt x="620567" y="298453"/>
                </a:cubicBezTo>
                <a:cubicBezTo>
                  <a:pt x="618681" y="296190"/>
                  <a:pt x="617079" y="294211"/>
                  <a:pt x="615099" y="291854"/>
                </a:cubicBezTo>
                <a:cubicBezTo>
                  <a:pt x="610386" y="296662"/>
                  <a:pt x="605955" y="301092"/>
                  <a:pt x="601336" y="305900"/>
                </a:cubicBezTo>
                <a:cubicBezTo>
                  <a:pt x="596811" y="301281"/>
                  <a:pt x="592380" y="296850"/>
                  <a:pt x="588233" y="292702"/>
                </a:cubicBezTo>
                <a:cubicBezTo>
                  <a:pt x="586064" y="294493"/>
                  <a:pt x="584085" y="296190"/>
                  <a:pt x="581728" y="298170"/>
                </a:cubicBezTo>
                <a:cubicBezTo>
                  <a:pt x="586536" y="302883"/>
                  <a:pt x="591061" y="307314"/>
                  <a:pt x="595774" y="311839"/>
                </a:cubicBezTo>
                <a:cubicBezTo>
                  <a:pt x="591155" y="316364"/>
                  <a:pt x="586724" y="320888"/>
                  <a:pt x="582105" y="325319"/>
                </a:cubicBezTo>
                <a:cubicBezTo>
                  <a:pt x="583991" y="327204"/>
                  <a:pt x="585782" y="328995"/>
                  <a:pt x="587761" y="330881"/>
                </a:cubicBezTo>
                <a:cubicBezTo>
                  <a:pt x="592286" y="326262"/>
                  <a:pt x="596622" y="321831"/>
                  <a:pt x="601619" y="316646"/>
                </a:cubicBezTo>
                <a:cubicBezTo>
                  <a:pt x="606615" y="321643"/>
                  <a:pt x="610951" y="326167"/>
                  <a:pt x="615382" y="330598"/>
                </a:cubicBezTo>
                <a:close/>
                <a:moveTo>
                  <a:pt x="887062" y="20173"/>
                </a:moveTo>
                <a:cubicBezTo>
                  <a:pt x="882255" y="24792"/>
                  <a:pt x="877730" y="29317"/>
                  <a:pt x="873393" y="33465"/>
                </a:cubicBezTo>
                <a:cubicBezTo>
                  <a:pt x="875279" y="35539"/>
                  <a:pt x="876881" y="37424"/>
                  <a:pt x="878861" y="39593"/>
                </a:cubicBezTo>
                <a:cubicBezTo>
                  <a:pt x="883480" y="34879"/>
                  <a:pt x="887911" y="30354"/>
                  <a:pt x="892624" y="25641"/>
                </a:cubicBezTo>
                <a:cubicBezTo>
                  <a:pt x="897243" y="30354"/>
                  <a:pt x="901674" y="34879"/>
                  <a:pt x="906199" y="39498"/>
                </a:cubicBezTo>
                <a:cubicBezTo>
                  <a:pt x="908178" y="37424"/>
                  <a:pt x="909969" y="35633"/>
                  <a:pt x="912043" y="33371"/>
                </a:cubicBezTo>
                <a:cubicBezTo>
                  <a:pt x="907518" y="28940"/>
                  <a:pt x="902899" y="24510"/>
                  <a:pt x="897997" y="19796"/>
                </a:cubicBezTo>
                <a:cubicBezTo>
                  <a:pt x="902711" y="15083"/>
                  <a:pt x="907236" y="10747"/>
                  <a:pt x="911855" y="6222"/>
                </a:cubicBezTo>
                <a:cubicBezTo>
                  <a:pt x="909969" y="4336"/>
                  <a:pt x="908178" y="2545"/>
                  <a:pt x="905916" y="189"/>
                </a:cubicBezTo>
                <a:cubicBezTo>
                  <a:pt x="901485" y="4902"/>
                  <a:pt x="897149" y="9615"/>
                  <a:pt x="892247" y="14800"/>
                </a:cubicBezTo>
                <a:cubicBezTo>
                  <a:pt x="887534" y="9804"/>
                  <a:pt x="883197" y="5279"/>
                  <a:pt x="878955" y="660"/>
                </a:cubicBezTo>
                <a:cubicBezTo>
                  <a:pt x="876976" y="2545"/>
                  <a:pt x="875279" y="4242"/>
                  <a:pt x="873016" y="6410"/>
                </a:cubicBezTo>
                <a:cubicBezTo>
                  <a:pt x="877635" y="10935"/>
                  <a:pt x="882160" y="15366"/>
                  <a:pt x="887157" y="20173"/>
                </a:cubicBezTo>
                <a:close/>
                <a:moveTo>
                  <a:pt x="588044" y="584273"/>
                </a:moveTo>
                <a:cubicBezTo>
                  <a:pt x="585970" y="586159"/>
                  <a:pt x="584085" y="587856"/>
                  <a:pt x="581728" y="590118"/>
                </a:cubicBezTo>
                <a:cubicBezTo>
                  <a:pt x="586536" y="594643"/>
                  <a:pt x="591061" y="599073"/>
                  <a:pt x="595868" y="603598"/>
                </a:cubicBezTo>
                <a:cubicBezTo>
                  <a:pt x="591155" y="608217"/>
                  <a:pt x="586630" y="612648"/>
                  <a:pt x="582105" y="617079"/>
                </a:cubicBezTo>
                <a:cubicBezTo>
                  <a:pt x="583991" y="618964"/>
                  <a:pt x="585782" y="620755"/>
                  <a:pt x="587761" y="622829"/>
                </a:cubicBezTo>
                <a:cubicBezTo>
                  <a:pt x="592192" y="618210"/>
                  <a:pt x="596528" y="613685"/>
                  <a:pt x="601336" y="608689"/>
                </a:cubicBezTo>
                <a:cubicBezTo>
                  <a:pt x="606238" y="613685"/>
                  <a:pt x="610763" y="618210"/>
                  <a:pt x="615099" y="622640"/>
                </a:cubicBezTo>
                <a:cubicBezTo>
                  <a:pt x="617173" y="620661"/>
                  <a:pt x="618964" y="618964"/>
                  <a:pt x="621038" y="616984"/>
                </a:cubicBezTo>
                <a:cubicBezTo>
                  <a:pt x="616324" y="612365"/>
                  <a:pt x="611894" y="607935"/>
                  <a:pt x="606898" y="603127"/>
                </a:cubicBezTo>
                <a:cubicBezTo>
                  <a:pt x="611611" y="598508"/>
                  <a:pt x="616230" y="594077"/>
                  <a:pt x="620378" y="590118"/>
                </a:cubicBezTo>
                <a:cubicBezTo>
                  <a:pt x="618587" y="587950"/>
                  <a:pt x="616984" y="585970"/>
                  <a:pt x="615005" y="583613"/>
                </a:cubicBezTo>
                <a:cubicBezTo>
                  <a:pt x="610291" y="588327"/>
                  <a:pt x="605955" y="592852"/>
                  <a:pt x="601242" y="597565"/>
                </a:cubicBezTo>
                <a:cubicBezTo>
                  <a:pt x="596717" y="592946"/>
                  <a:pt x="592286" y="588515"/>
                  <a:pt x="587950" y="584179"/>
                </a:cubicBezTo>
                <a:close/>
                <a:moveTo>
                  <a:pt x="305146" y="20362"/>
                </a:moveTo>
                <a:cubicBezTo>
                  <a:pt x="300432" y="24887"/>
                  <a:pt x="295907" y="29317"/>
                  <a:pt x="291665" y="33465"/>
                </a:cubicBezTo>
                <a:cubicBezTo>
                  <a:pt x="293456" y="35539"/>
                  <a:pt x="295153" y="37424"/>
                  <a:pt x="297133" y="39687"/>
                </a:cubicBezTo>
                <a:cubicBezTo>
                  <a:pt x="301752" y="34973"/>
                  <a:pt x="306183" y="30449"/>
                  <a:pt x="310896" y="25641"/>
                </a:cubicBezTo>
                <a:cubicBezTo>
                  <a:pt x="315515" y="30260"/>
                  <a:pt x="319946" y="34785"/>
                  <a:pt x="324471" y="39404"/>
                </a:cubicBezTo>
                <a:cubicBezTo>
                  <a:pt x="326356" y="37424"/>
                  <a:pt x="328147" y="35633"/>
                  <a:pt x="330409" y="33371"/>
                </a:cubicBezTo>
                <a:cubicBezTo>
                  <a:pt x="325790" y="28846"/>
                  <a:pt x="321171" y="24415"/>
                  <a:pt x="316269" y="19608"/>
                </a:cubicBezTo>
                <a:cubicBezTo>
                  <a:pt x="320983" y="14989"/>
                  <a:pt x="325413" y="10558"/>
                  <a:pt x="329750" y="6316"/>
                </a:cubicBezTo>
                <a:cubicBezTo>
                  <a:pt x="327959" y="4336"/>
                  <a:pt x="326356" y="2451"/>
                  <a:pt x="324188" y="0"/>
                </a:cubicBezTo>
                <a:cubicBezTo>
                  <a:pt x="319474" y="4808"/>
                  <a:pt x="315044" y="9333"/>
                  <a:pt x="309953" y="14423"/>
                </a:cubicBezTo>
                <a:cubicBezTo>
                  <a:pt x="305523" y="9710"/>
                  <a:pt x="301186" y="5090"/>
                  <a:pt x="296944" y="566"/>
                </a:cubicBezTo>
                <a:cubicBezTo>
                  <a:pt x="294965" y="2451"/>
                  <a:pt x="293268" y="4148"/>
                  <a:pt x="291005" y="6222"/>
                </a:cubicBezTo>
                <a:cubicBezTo>
                  <a:pt x="295625" y="10841"/>
                  <a:pt x="300149" y="15271"/>
                  <a:pt x="305051" y="20173"/>
                </a:cubicBezTo>
                <a:close/>
                <a:moveTo>
                  <a:pt x="911478" y="298076"/>
                </a:moveTo>
                <a:cubicBezTo>
                  <a:pt x="909781" y="296096"/>
                  <a:pt x="908084" y="294211"/>
                  <a:pt x="906104" y="291948"/>
                </a:cubicBezTo>
                <a:cubicBezTo>
                  <a:pt x="901485" y="296662"/>
                  <a:pt x="897055" y="301186"/>
                  <a:pt x="892341" y="305900"/>
                </a:cubicBezTo>
                <a:cubicBezTo>
                  <a:pt x="887816" y="301281"/>
                  <a:pt x="883386" y="296850"/>
                  <a:pt x="879144" y="292608"/>
                </a:cubicBezTo>
                <a:cubicBezTo>
                  <a:pt x="877070" y="294493"/>
                  <a:pt x="875184" y="296284"/>
                  <a:pt x="872828" y="298453"/>
                </a:cubicBezTo>
                <a:cubicBezTo>
                  <a:pt x="877541" y="303072"/>
                  <a:pt x="881972" y="307408"/>
                  <a:pt x="886779" y="312121"/>
                </a:cubicBezTo>
                <a:cubicBezTo>
                  <a:pt x="882349" y="316552"/>
                  <a:pt x="877824" y="320983"/>
                  <a:pt x="873393" y="325413"/>
                </a:cubicBezTo>
                <a:cubicBezTo>
                  <a:pt x="875184" y="327299"/>
                  <a:pt x="876881" y="329090"/>
                  <a:pt x="879144" y="331446"/>
                </a:cubicBezTo>
                <a:cubicBezTo>
                  <a:pt x="883763" y="326733"/>
                  <a:pt x="888194" y="322208"/>
                  <a:pt x="893190" y="317023"/>
                </a:cubicBezTo>
                <a:cubicBezTo>
                  <a:pt x="897809" y="321737"/>
                  <a:pt x="902239" y="326167"/>
                  <a:pt x="906199" y="330315"/>
                </a:cubicBezTo>
                <a:cubicBezTo>
                  <a:pt x="908084" y="328713"/>
                  <a:pt x="910064" y="327110"/>
                  <a:pt x="912043" y="325413"/>
                </a:cubicBezTo>
                <a:cubicBezTo>
                  <a:pt x="907424" y="320888"/>
                  <a:pt x="902994" y="316458"/>
                  <a:pt x="897903" y="311462"/>
                </a:cubicBezTo>
                <a:cubicBezTo>
                  <a:pt x="902805" y="306654"/>
                  <a:pt x="907330" y="302223"/>
                  <a:pt x="911478" y="298076"/>
                </a:cubicBezTo>
                <a:close/>
                <a:moveTo>
                  <a:pt x="872828" y="590024"/>
                </a:moveTo>
                <a:cubicBezTo>
                  <a:pt x="877541" y="594454"/>
                  <a:pt x="882160" y="598885"/>
                  <a:pt x="887157" y="603598"/>
                </a:cubicBezTo>
                <a:cubicBezTo>
                  <a:pt x="882349" y="608312"/>
                  <a:pt x="877824" y="612742"/>
                  <a:pt x="873393" y="617079"/>
                </a:cubicBezTo>
                <a:cubicBezTo>
                  <a:pt x="875184" y="618964"/>
                  <a:pt x="876881" y="620849"/>
                  <a:pt x="878955" y="623018"/>
                </a:cubicBezTo>
                <a:cubicBezTo>
                  <a:pt x="883480" y="618304"/>
                  <a:pt x="887816" y="613779"/>
                  <a:pt x="892530" y="608972"/>
                </a:cubicBezTo>
                <a:cubicBezTo>
                  <a:pt x="897243" y="613874"/>
                  <a:pt x="901580" y="618398"/>
                  <a:pt x="905916" y="622923"/>
                </a:cubicBezTo>
                <a:cubicBezTo>
                  <a:pt x="908178" y="620755"/>
                  <a:pt x="910064" y="618964"/>
                  <a:pt x="912326" y="616796"/>
                </a:cubicBezTo>
                <a:cubicBezTo>
                  <a:pt x="907613" y="612271"/>
                  <a:pt x="903088" y="607840"/>
                  <a:pt x="897903" y="602844"/>
                </a:cubicBezTo>
                <a:cubicBezTo>
                  <a:pt x="902617" y="598319"/>
                  <a:pt x="907236" y="593983"/>
                  <a:pt x="911478" y="590024"/>
                </a:cubicBezTo>
                <a:cubicBezTo>
                  <a:pt x="909687" y="587950"/>
                  <a:pt x="907990" y="586064"/>
                  <a:pt x="905916" y="583708"/>
                </a:cubicBezTo>
                <a:cubicBezTo>
                  <a:pt x="901391" y="588421"/>
                  <a:pt x="896960" y="592946"/>
                  <a:pt x="892341" y="597754"/>
                </a:cubicBezTo>
                <a:cubicBezTo>
                  <a:pt x="887722" y="593135"/>
                  <a:pt x="883386" y="588610"/>
                  <a:pt x="878861" y="584085"/>
                </a:cubicBezTo>
                <a:cubicBezTo>
                  <a:pt x="876881" y="586064"/>
                  <a:pt x="875184" y="587856"/>
                  <a:pt x="872828" y="590118"/>
                </a:cubicBezTo>
                <a:close/>
              </a:path>
            </a:pathLst>
          </a:custGeom>
          <a:solidFill>
            <a:schemeClr val="accent2"/>
          </a:solidFill>
          <a:ln w="94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2155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54317C9D-98DB-FAFB-7F5D-B497294F3F66}"/>
              </a:ext>
            </a:extLst>
          </p:cNvPr>
          <p:cNvSpPr/>
          <p:nvPr userDrawn="1"/>
        </p:nvSpPr>
        <p:spPr>
          <a:xfrm>
            <a:off x="1883375" y="2300470"/>
            <a:ext cx="1662900" cy="153307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422F3CC3-F25D-1A34-D7DC-B8C7E7355FF0}"/>
              </a:ext>
            </a:extLst>
          </p:cNvPr>
          <p:cNvSpPr/>
          <p:nvPr userDrawn="1"/>
        </p:nvSpPr>
        <p:spPr>
          <a:xfrm>
            <a:off x="4303467" y="2300470"/>
            <a:ext cx="1662900" cy="153307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5C188AA6-5BEE-8C09-B06E-760936DD2911}"/>
              </a:ext>
            </a:extLst>
          </p:cNvPr>
          <p:cNvSpPr/>
          <p:nvPr userDrawn="1"/>
        </p:nvSpPr>
        <p:spPr>
          <a:xfrm>
            <a:off x="6723559" y="2300470"/>
            <a:ext cx="1662900" cy="153307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F4CA3568-FC3A-937D-0B6A-EE7AF6AB64B2}"/>
              </a:ext>
            </a:extLst>
          </p:cNvPr>
          <p:cNvSpPr/>
          <p:nvPr userDrawn="1"/>
        </p:nvSpPr>
        <p:spPr>
          <a:xfrm>
            <a:off x="9143651" y="2300470"/>
            <a:ext cx="1662900" cy="153307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04F85528-7667-1E46-8111-8E661B15A7D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05204B20-3FF3-1B62-B791-276761FF80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4666" y="2555627"/>
            <a:ext cx="1845511" cy="1845511"/>
          </a:xfrm>
          <a:noFill/>
        </p:spPr>
        <p:txBody>
          <a:bodyPr anchor="b">
            <a:normAutofit/>
          </a:bodyPr>
          <a:lstStyle>
            <a:lvl1pPr algn="ctr">
              <a:defRPr sz="18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6508CFF-8A25-79C4-961A-5BF925A6D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568" y="475407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FE57C72-F51D-2C26-0713-4E42BC53147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64666" y="5133667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90552B7E-066B-4419-440C-7DBF8D74F4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84758" y="2555627"/>
            <a:ext cx="1845511" cy="1845511"/>
          </a:xfrm>
          <a:noFill/>
        </p:spPr>
        <p:txBody>
          <a:bodyPr anchor="b">
            <a:normAutofit/>
          </a:bodyPr>
          <a:lstStyle>
            <a:lvl1pPr algn="ctr">
              <a:defRPr sz="18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F1EBBF7-272B-2030-FD70-8B60E466073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644291" y="4754077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4D604C2-F69E-A56E-E8A0-0E97F5B8280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81279" y="5148349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E69E7AA-7076-9008-7669-B431964A257D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073123" y="4754077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013DA41-3F53-18FB-8EA4-082FDFD6791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08330" y="5148349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2062CA5E-2EF1-2F3C-938E-FC645562CDD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04850" y="2555627"/>
            <a:ext cx="1845511" cy="1845511"/>
          </a:xfrm>
          <a:noFill/>
        </p:spPr>
        <p:txBody>
          <a:bodyPr anchor="b">
            <a:normAutofit/>
          </a:bodyPr>
          <a:lstStyle>
            <a:lvl1pPr algn="ctr">
              <a:defRPr sz="18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5447056-56D0-F940-3BCA-9BB068AD9CB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488845" y="4754077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00D8BC6-C62F-D235-403D-CDE467228F90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24943" y="5133667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F9D1E3ED-8186-4F1B-5A1A-1F47D2B42AC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24943" y="2555627"/>
            <a:ext cx="1845511" cy="1845511"/>
          </a:xfrm>
          <a:noFill/>
        </p:spPr>
        <p:txBody>
          <a:bodyPr anchor="b">
            <a:normAutofit/>
          </a:bodyPr>
          <a:lstStyle>
            <a:lvl1pPr algn="ctr">
              <a:defRPr sz="18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E5127C6-3A9F-59D6-97BB-64BF618D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4600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 Diagonal Corner Rectangle 23">
            <a:extLst>
              <a:ext uri="{FF2B5EF4-FFF2-40B4-BE49-F238E27FC236}">
                <a16:creationId xmlns:a16="http://schemas.microsoft.com/office/drawing/2014/main" id="{8F708ADC-1439-A059-8CD7-8A0EE50D39D0}"/>
              </a:ext>
            </a:extLst>
          </p:cNvPr>
          <p:cNvSpPr/>
          <p:nvPr userDrawn="1"/>
        </p:nvSpPr>
        <p:spPr>
          <a:xfrm>
            <a:off x="2135239" y="4144691"/>
            <a:ext cx="932193" cy="85941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182FA463-64E7-2008-2BD9-4AFCC248E869}"/>
              </a:ext>
            </a:extLst>
          </p:cNvPr>
          <p:cNvSpPr/>
          <p:nvPr userDrawn="1"/>
        </p:nvSpPr>
        <p:spPr>
          <a:xfrm>
            <a:off x="4494193" y="4144691"/>
            <a:ext cx="932193" cy="85941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6" name="Round Diagonal Corner Rectangle 25">
            <a:extLst>
              <a:ext uri="{FF2B5EF4-FFF2-40B4-BE49-F238E27FC236}">
                <a16:creationId xmlns:a16="http://schemas.microsoft.com/office/drawing/2014/main" id="{7214C680-C8B9-3FB9-5C21-DC7E6BA7431B}"/>
              </a:ext>
            </a:extLst>
          </p:cNvPr>
          <p:cNvSpPr/>
          <p:nvPr userDrawn="1"/>
        </p:nvSpPr>
        <p:spPr>
          <a:xfrm>
            <a:off x="6927762" y="4144691"/>
            <a:ext cx="932193" cy="85941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4F84EF86-23F1-9E22-930A-A6AA8CFB92EC}"/>
              </a:ext>
            </a:extLst>
          </p:cNvPr>
          <p:cNvSpPr/>
          <p:nvPr userDrawn="1"/>
        </p:nvSpPr>
        <p:spPr>
          <a:xfrm>
            <a:off x="9404061" y="4144691"/>
            <a:ext cx="932193" cy="85941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0" name="Round Diagonal Corner Rectangle 19">
            <a:extLst>
              <a:ext uri="{FF2B5EF4-FFF2-40B4-BE49-F238E27FC236}">
                <a16:creationId xmlns:a16="http://schemas.microsoft.com/office/drawing/2014/main" id="{5826DB7A-49FD-6192-99E3-003FD619CD39}"/>
              </a:ext>
            </a:extLst>
          </p:cNvPr>
          <p:cNvSpPr/>
          <p:nvPr userDrawn="1"/>
        </p:nvSpPr>
        <p:spPr>
          <a:xfrm>
            <a:off x="2135239" y="2286815"/>
            <a:ext cx="932193" cy="85941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1" name="Round Diagonal Corner Rectangle 20">
            <a:extLst>
              <a:ext uri="{FF2B5EF4-FFF2-40B4-BE49-F238E27FC236}">
                <a16:creationId xmlns:a16="http://schemas.microsoft.com/office/drawing/2014/main" id="{6AE85198-98A8-8CB3-2D5F-158C565661CD}"/>
              </a:ext>
            </a:extLst>
          </p:cNvPr>
          <p:cNvSpPr/>
          <p:nvPr userDrawn="1"/>
        </p:nvSpPr>
        <p:spPr>
          <a:xfrm>
            <a:off x="4494193" y="2286815"/>
            <a:ext cx="932193" cy="85941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2" name="Round Diagonal Corner Rectangle 21">
            <a:extLst>
              <a:ext uri="{FF2B5EF4-FFF2-40B4-BE49-F238E27FC236}">
                <a16:creationId xmlns:a16="http://schemas.microsoft.com/office/drawing/2014/main" id="{C6A58D1D-61B8-CC7D-6E5B-23BA7E8ADF9C}"/>
              </a:ext>
            </a:extLst>
          </p:cNvPr>
          <p:cNvSpPr/>
          <p:nvPr userDrawn="1"/>
        </p:nvSpPr>
        <p:spPr>
          <a:xfrm>
            <a:off x="6927762" y="2286815"/>
            <a:ext cx="932193" cy="85941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E7BF2AA1-04B5-4ECB-6EBC-B58EABBCB7CF}"/>
              </a:ext>
            </a:extLst>
          </p:cNvPr>
          <p:cNvSpPr/>
          <p:nvPr userDrawn="1"/>
        </p:nvSpPr>
        <p:spPr>
          <a:xfrm>
            <a:off x="9404061" y="2286815"/>
            <a:ext cx="932193" cy="859415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04F85528-7667-1E46-8111-8E661B15A7D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AA35F062-DE44-8DC8-78E2-1DAE0BED4A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5BD3B05-FCD0-A9F5-C281-F54C1B34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881D5DE-422E-FA35-81CF-F504DB7959F0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DBFAC15E-87EB-71BC-B78C-668CDCD094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5F9BC0-24E5-BD24-BF19-ECCF2B43FE6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99EFC4C-B728-2C75-A140-829D14BC9E80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79B31C9-AAD8-D0B6-70AA-D7B2C47D43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52B84A1-B8D7-F707-503A-A8844B50246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78C677-DC78-E52F-7A03-AB1C7F444B4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C02E928A-A6C6-254A-B966-5FD9E025F7D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D20816B-2866-6D4D-CCCC-4630BCCE617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2C6A96-9922-5A19-E234-D9693981FA2C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24A150CA-E7B4-832B-C02C-6CC33A7D3C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203D9EB-BB9D-DB24-F456-000FBA517CD8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CE7C596-B693-0EB7-2EFC-8D1BB510818C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7393841C-D8DB-F513-8DB5-745C615A628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581E7B9B-1979-90FC-C047-2B4E11EABDE9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286C216-3BD0-83C7-9731-EAC7E5A9EE60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id="{F988D4E8-675A-33F6-A307-754A879F235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F556D03-4C51-55C5-2574-BE94EB834079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5A992AA-7DE7-CB16-4D5C-1E6C7296AD6E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D218B110-6BF2-BEAC-8509-74030C2333A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noFill/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CCB2757-7F22-03EE-1BB3-FD32F5188A5D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302FE93-D3FF-3DC9-9302-037DFCF60770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3FD3763F-9444-F062-B449-FAEC1E98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252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9A9DB5C7-9C7F-CBAC-9C2E-405DBACE41D5}"/>
              </a:ext>
            </a:extLst>
          </p:cNvPr>
          <p:cNvSpPr/>
          <p:nvPr userDrawn="1"/>
        </p:nvSpPr>
        <p:spPr>
          <a:xfrm>
            <a:off x="0" y="1"/>
            <a:ext cx="5274366" cy="3429000"/>
          </a:xfrm>
          <a:custGeom>
            <a:avLst/>
            <a:gdLst>
              <a:gd name="connsiteX0" fmla="*/ 0 w 5274366"/>
              <a:gd name="connsiteY0" fmla="*/ 0 h 3429000"/>
              <a:gd name="connsiteX1" fmla="*/ 4702854 w 5274366"/>
              <a:gd name="connsiteY1" fmla="*/ 0 h 3429000"/>
              <a:gd name="connsiteX2" fmla="*/ 5274366 w 5274366"/>
              <a:gd name="connsiteY2" fmla="*/ 571511 h 3429000"/>
              <a:gd name="connsiteX3" fmla="*/ 5274366 w 5274366"/>
              <a:gd name="connsiteY3" fmla="*/ 3429000 h 3429000"/>
              <a:gd name="connsiteX4" fmla="*/ 0 w 5274366"/>
              <a:gd name="connsiteY4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4366" h="3429000">
                <a:moveTo>
                  <a:pt x="0" y="0"/>
                </a:moveTo>
                <a:lnTo>
                  <a:pt x="4702854" y="0"/>
                </a:lnTo>
                <a:cubicBezTo>
                  <a:pt x="5018491" y="0"/>
                  <a:pt x="5274366" y="255874"/>
                  <a:pt x="5274366" y="571511"/>
                </a:cubicBezTo>
                <a:lnTo>
                  <a:pt x="5274366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DFA0D-8228-FC77-20C1-88644E697B0D}"/>
              </a:ext>
            </a:extLst>
          </p:cNvPr>
          <p:cNvSpPr/>
          <p:nvPr userDrawn="1"/>
        </p:nvSpPr>
        <p:spPr>
          <a:xfrm>
            <a:off x="592667" y="558800"/>
            <a:ext cx="10761133" cy="5618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52084E97-F263-A4D1-C215-B24C13490AE2}"/>
              </a:ext>
            </a:extLst>
          </p:cNvPr>
          <p:cNvSpPr/>
          <p:nvPr userDrawn="1"/>
        </p:nvSpPr>
        <p:spPr>
          <a:xfrm>
            <a:off x="7491803" y="5864459"/>
            <a:ext cx="8181194" cy="135920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D8D3C-49CE-351D-5F1C-C99B2896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04F85528-7667-1E46-8111-8E661B15A7D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F55DA-590C-AC00-ABB3-B6364704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AEAA4-5F74-10CA-8D89-3E8D71F1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8" name="SmartArt Placeholder 6">
            <a:extLst>
              <a:ext uri="{FF2B5EF4-FFF2-40B4-BE49-F238E27FC236}">
                <a16:creationId xmlns:a16="http://schemas.microsoft.com/office/drawing/2014/main" id="{C9C1860A-C2D8-69F8-BEF8-A455C1E01E4C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766888"/>
            <a:ext cx="10515600" cy="44053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10" name="Graphic 52">
            <a:extLst>
              <a:ext uri="{FF2B5EF4-FFF2-40B4-BE49-F238E27FC236}">
                <a16:creationId xmlns:a16="http://schemas.microsoft.com/office/drawing/2014/main" id="{38EE3114-D364-6F98-071A-95C8128FE799}"/>
              </a:ext>
            </a:extLst>
          </p:cNvPr>
          <p:cNvSpPr/>
          <p:nvPr userDrawn="1"/>
        </p:nvSpPr>
        <p:spPr>
          <a:xfrm>
            <a:off x="10897637" y="4072392"/>
            <a:ext cx="912326" cy="915154"/>
          </a:xfrm>
          <a:custGeom>
            <a:avLst/>
            <a:gdLst>
              <a:gd name="connsiteX0" fmla="*/ 587573 w 912326"/>
              <a:gd name="connsiteY0" fmla="*/ 914871 h 915154"/>
              <a:gd name="connsiteX1" fmla="*/ 582199 w 912326"/>
              <a:gd name="connsiteY1" fmla="*/ 909215 h 915154"/>
              <a:gd name="connsiteX2" fmla="*/ 596151 w 912326"/>
              <a:gd name="connsiteY2" fmla="*/ 895546 h 915154"/>
              <a:gd name="connsiteX3" fmla="*/ 582011 w 912326"/>
              <a:gd name="connsiteY3" fmla="*/ 881689 h 915154"/>
              <a:gd name="connsiteX4" fmla="*/ 588044 w 912326"/>
              <a:gd name="connsiteY4" fmla="*/ 876316 h 915154"/>
              <a:gd name="connsiteX5" fmla="*/ 601147 w 912326"/>
              <a:gd name="connsiteY5" fmla="*/ 889890 h 915154"/>
              <a:gd name="connsiteX6" fmla="*/ 614910 w 912326"/>
              <a:gd name="connsiteY6" fmla="*/ 875750 h 915154"/>
              <a:gd name="connsiteX7" fmla="*/ 620944 w 912326"/>
              <a:gd name="connsiteY7" fmla="*/ 882066 h 915154"/>
              <a:gd name="connsiteX8" fmla="*/ 607463 w 912326"/>
              <a:gd name="connsiteY8" fmla="*/ 895264 h 915154"/>
              <a:gd name="connsiteX9" fmla="*/ 621321 w 912326"/>
              <a:gd name="connsiteY9" fmla="*/ 909027 h 915154"/>
              <a:gd name="connsiteX10" fmla="*/ 615476 w 912326"/>
              <a:gd name="connsiteY10" fmla="*/ 914400 h 915154"/>
              <a:gd name="connsiteX11" fmla="*/ 602844 w 912326"/>
              <a:gd name="connsiteY11" fmla="*/ 901485 h 915154"/>
              <a:gd name="connsiteX12" fmla="*/ 588327 w 912326"/>
              <a:gd name="connsiteY12" fmla="*/ 914966 h 915154"/>
              <a:gd name="connsiteX13" fmla="*/ 587761 w 912326"/>
              <a:gd name="connsiteY13" fmla="*/ 914966 h 915154"/>
              <a:gd name="connsiteX14" fmla="*/ 878861 w 912326"/>
              <a:gd name="connsiteY14" fmla="*/ 914871 h 915154"/>
              <a:gd name="connsiteX15" fmla="*/ 892341 w 912326"/>
              <a:gd name="connsiteY15" fmla="*/ 901768 h 915154"/>
              <a:gd name="connsiteX16" fmla="*/ 906104 w 912326"/>
              <a:gd name="connsiteY16" fmla="*/ 914871 h 915154"/>
              <a:gd name="connsiteX17" fmla="*/ 906670 w 912326"/>
              <a:gd name="connsiteY17" fmla="*/ 914871 h 915154"/>
              <a:gd name="connsiteX18" fmla="*/ 912138 w 912326"/>
              <a:gd name="connsiteY18" fmla="*/ 908744 h 915154"/>
              <a:gd name="connsiteX19" fmla="*/ 898280 w 912326"/>
              <a:gd name="connsiteY19" fmla="*/ 895169 h 915154"/>
              <a:gd name="connsiteX20" fmla="*/ 911666 w 912326"/>
              <a:gd name="connsiteY20" fmla="*/ 881972 h 915154"/>
              <a:gd name="connsiteX21" fmla="*/ 905916 w 912326"/>
              <a:gd name="connsiteY21" fmla="*/ 875467 h 915154"/>
              <a:gd name="connsiteX22" fmla="*/ 892247 w 912326"/>
              <a:gd name="connsiteY22" fmla="*/ 889796 h 915154"/>
              <a:gd name="connsiteX23" fmla="*/ 878672 w 912326"/>
              <a:gd name="connsiteY23" fmla="*/ 875939 h 915154"/>
              <a:gd name="connsiteX24" fmla="*/ 872828 w 912326"/>
              <a:gd name="connsiteY24" fmla="*/ 881878 h 915154"/>
              <a:gd name="connsiteX25" fmla="*/ 886874 w 912326"/>
              <a:gd name="connsiteY25" fmla="*/ 895735 h 915154"/>
              <a:gd name="connsiteX26" fmla="*/ 873111 w 912326"/>
              <a:gd name="connsiteY26" fmla="*/ 909121 h 915154"/>
              <a:gd name="connsiteX27" fmla="*/ 878201 w 912326"/>
              <a:gd name="connsiteY27" fmla="*/ 914966 h 915154"/>
              <a:gd name="connsiteX28" fmla="*/ 878767 w 912326"/>
              <a:gd name="connsiteY28" fmla="*/ 914966 h 915154"/>
              <a:gd name="connsiteX29" fmla="*/ 6222 w 912326"/>
              <a:gd name="connsiteY29" fmla="*/ 914871 h 915154"/>
              <a:gd name="connsiteX30" fmla="*/ 20362 w 912326"/>
              <a:gd name="connsiteY30" fmla="*/ 901297 h 915154"/>
              <a:gd name="connsiteX31" fmla="*/ 33654 w 912326"/>
              <a:gd name="connsiteY31" fmla="*/ 914683 h 915154"/>
              <a:gd name="connsiteX32" fmla="*/ 39404 w 912326"/>
              <a:gd name="connsiteY32" fmla="*/ 908744 h 915154"/>
              <a:gd name="connsiteX33" fmla="*/ 25358 w 912326"/>
              <a:gd name="connsiteY33" fmla="*/ 895075 h 915154"/>
              <a:gd name="connsiteX34" fmla="*/ 38838 w 912326"/>
              <a:gd name="connsiteY34" fmla="*/ 881972 h 915154"/>
              <a:gd name="connsiteX35" fmla="*/ 32805 w 912326"/>
              <a:gd name="connsiteY35" fmla="*/ 875656 h 915154"/>
              <a:gd name="connsiteX36" fmla="*/ 19231 w 912326"/>
              <a:gd name="connsiteY36" fmla="*/ 889890 h 915154"/>
              <a:gd name="connsiteX37" fmla="*/ 6033 w 912326"/>
              <a:gd name="connsiteY37" fmla="*/ 876221 h 915154"/>
              <a:gd name="connsiteX38" fmla="*/ 283 w 912326"/>
              <a:gd name="connsiteY38" fmla="*/ 881689 h 915154"/>
              <a:gd name="connsiteX39" fmla="*/ 14329 w 912326"/>
              <a:gd name="connsiteY39" fmla="*/ 895546 h 915154"/>
              <a:gd name="connsiteX40" fmla="*/ 471 w 912326"/>
              <a:gd name="connsiteY40" fmla="*/ 909215 h 915154"/>
              <a:gd name="connsiteX41" fmla="*/ 5750 w 912326"/>
              <a:gd name="connsiteY41" fmla="*/ 914966 h 915154"/>
              <a:gd name="connsiteX42" fmla="*/ 6316 w 912326"/>
              <a:gd name="connsiteY42" fmla="*/ 914966 h 915154"/>
              <a:gd name="connsiteX43" fmla="*/ 324753 w 912326"/>
              <a:gd name="connsiteY43" fmla="*/ 914871 h 915154"/>
              <a:gd name="connsiteX44" fmla="*/ 330315 w 912326"/>
              <a:gd name="connsiteY44" fmla="*/ 908838 h 915154"/>
              <a:gd name="connsiteX45" fmla="*/ 316458 w 912326"/>
              <a:gd name="connsiteY45" fmla="*/ 895075 h 915154"/>
              <a:gd name="connsiteX46" fmla="*/ 330127 w 912326"/>
              <a:gd name="connsiteY46" fmla="*/ 881595 h 915154"/>
              <a:gd name="connsiteX47" fmla="*/ 324188 w 912326"/>
              <a:gd name="connsiteY47" fmla="*/ 875656 h 915154"/>
              <a:gd name="connsiteX48" fmla="*/ 310142 w 912326"/>
              <a:gd name="connsiteY48" fmla="*/ 889890 h 915154"/>
              <a:gd name="connsiteX49" fmla="*/ 296850 w 912326"/>
              <a:gd name="connsiteY49" fmla="*/ 876221 h 915154"/>
              <a:gd name="connsiteX50" fmla="*/ 291005 w 912326"/>
              <a:gd name="connsiteY50" fmla="*/ 881689 h 915154"/>
              <a:gd name="connsiteX51" fmla="*/ 305051 w 912326"/>
              <a:gd name="connsiteY51" fmla="*/ 895641 h 915154"/>
              <a:gd name="connsiteX52" fmla="*/ 291948 w 912326"/>
              <a:gd name="connsiteY52" fmla="*/ 908650 h 915154"/>
              <a:gd name="connsiteX53" fmla="*/ 297133 w 912326"/>
              <a:gd name="connsiteY53" fmla="*/ 915154 h 915154"/>
              <a:gd name="connsiteX54" fmla="*/ 310142 w 912326"/>
              <a:gd name="connsiteY54" fmla="*/ 901768 h 915154"/>
              <a:gd name="connsiteX55" fmla="*/ 324188 w 912326"/>
              <a:gd name="connsiteY55" fmla="*/ 914871 h 915154"/>
              <a:gd name="connsiteX56" fmla="*/ 324753 w 912326"/>
              <a:gd name="connsiteY56" fmla="*/ 914871 h 915154"/>
              <a:gd name="connsiteX57" fmla="*/ 595868 w 912326"/>
              <a:gd name="connsiteY57" fmla="*/ 20079 h 915154"/>
              <a:gd name="connsiteX58" fmla="*/ 582388 w 912326"/>
              <a:gd name="connsiteY58" fmla="*/ 33277 h 915154"/>
              <a:gd name="connsiteX59" fmla="*/ 588421 w 912326"/>
              <a:gd name="connsiteY59" fmla="*/ 39781 h 915154"/>
              <a:gd name="connsiteX60" fmla="*/ 601901 w 912326"/>
              <a:gd name="connsiteY60" fmla="*/ 25358 h 915154"/>
              <a:gd name="connsiteX61" fmla="*/ 615288 w 912326"/>
              <a:gd name="connsiteY61" fmla="*/ 39404 h 915154"/>
              <a:gd name="connsiteX62" fmla="*/ 621321 w 912326"/>
              <a:gd name="connsiteY62" fmla="*/ 33371 h 915154"/>
              <a:gd name="connsiteX63" fmla="*/ 607086 w 912326"/>
              <a:gd name="connsiteY63" fmla="*/ 19419 h 915154"/>
              <a:gd name="connsiteX64" fmla="*/ 620661 w 912326"/>
              <a:gd name="connsiteY64" fmla="*/ 6222 h 915154"/>
              <a:gd name="connsiteX65" fmla="*/ 615193 w 912326"/>
              <a:gd name="connsiteY65" fmla="*/ 377 h 915154"/>
              <a:gd name="connsiteX66" fmla="*/ 601242 w 912326"/>
              <a:gd name="connsiteY66" fmla="*/ 14612 h 915154"/>
              <a:gd name="connsiteX67" fmla="*/ 587667 w 912326"/>
              <a:gd name="connsiteY67" fmla="*/ 660 h 915154"/>
              <a:gd name="connsiteX68" fmla="*/ 581822 w 912326"/>
              <a:gd name="connsiteY68" fmla="*/ 6410 h 915154"/>
              <a:gd name="connsiteX69" fmla="*/ 595774 w 912326"/>
              <a:gd name="connsiteY69" fmla="*/ 20079 h 915154"/>
              <a:gd name="connsiteX70" fmla="*/ 39687 w 912326"/>
              <a:gd name="connsiteY70" fmla="*/ 325036 h 915154"/>
              <a:gd name="connsiteX71" fmla="*/ 25358 w 912326"/>
              <a:gd name="connsiteY71" fmla="*/ 311273 h 915154"/>
              <a:gd name="connsiteX72" fmla="*/ 38838 w 912326"/>
              <a:gd name="connsiteY72" fmla="*/ 297887 h 915154"/>
              <a:gd name="connsiteX73" fmla="*/ 33088 w 912326"/>
              <a:gd name="connsiteY73" fmla="*/ 291948 h 915154"/>
              <a:gd name="connsiteX74" fmla="*/ 19136 w 912326"/>
              <a:gd name="connsiteY74" fmla="*/ 306088 h 915154"/>
              <a:gd name="connsiteX75" fmla="*/ 5939 w 912326"/>
              <a:gd name="connsiteY75" fmla="*/ 292514 h 915154"/>
              <a:gd name="connsiteX76" fmla="*/ 0 w 912326"/>
              <a:gd name="connsiteY76" fmla="*/ 298264 h 915154"/>
              <a:gd name="connsiteX77" fmla="*/ 14234 w 912326"/>
              <a:gd name="connsiteY77" fmla="*/ 311933 h 915154"/>
              <a:gd name="connsiteX78" fmla="*/ 566 w 912326"/>
              <a:gd name="connsiteY78" fmla="*/ 325319 h 915154"/>
              <a:gd name="connsiteX79" fmla="*/ 6033 w 912326"/>
              <a:gd name="connsiteY79" fmla="*/ 331164 h 915154"/>
              <a:gd name="connsiteX80" fmla="*/ 19702 w 912326"/>
              <a:gd name="connsiteY80" fmla="*/ 317401 h 915154"/>
              <a:gd name="connsiteX81" fmla="*/ 33182 w 912326"/>
              <a:gd name="connsiteY81" fmla="*/ 331164 h 915154"/>
              <a:gd name="connsiteX82" fmla="*/ 39687 w 912326"/>
              <a:gd name="connsiteY82" fmla="*/ 325036 h 915154"/>
              <a:gd name="connsiteX83" fmla="*/ 329844 w 912326"/>
              <a:gd name="connsiteY83" fmla="*/ 298170 h 915154"/>
              <a:gd name="connsiteX84" fmla="*/ 324094 w 912326"/>
              <a:gd name="connsiteY84" fmla="*/ 291854 h 915154"/>
              <a:gd name="connsiteX85" fmla="*/ 310425 w 912326"/>
              <a:gd name="connsiteY85" fmla="*/ 306371 h 915154"/>
              <a:gd name="connsiteX86" fmla="*/ 296944 w 912326"/>
              <a:gd name="connsiteY86" fmla="*/ 292514 h 915154"/>
              <a:gd name="connsiteX87" fmla="*/ 291005 w 912326"/>
              <a:gd name="connsiteY87" fmla="*/ 298453 h 915154"/>
              <a:gd name="connsiteX88" fmla="*/ 305051 w 912326"/>
              <a:gd name="connsiteY88" fmla="*/ 312404 h 915154"/>
              <a:gd name="connsiteX89" fmla="*/ 291665 w 912326"/>
              <a:gd name="connsiteY89" fmla="*/ 325508 h 915154"/>
              <a:gd name="connsiteX90" fmla="*/ 297133 w 912326"/>
              <a:gd name="connsiteY90" fmla="*/ 331446 h 915154"/>
              <a:gd name="connsiteX91" fmla="*/ 310707 w 912326"/>
              <a:gd name="connsiteY91" fmla="*/ 317495 h 915154"/>
              <a:gd name="connsiteX92" fmla="*/ 323999 w 912326"/>
              <a:gd name="connsiteY92" fmla="*/ 331069 h 915154"/>
              <a:gd name="connsiteX93" fmla="*/ 330315 w 912326"/>
              <a:gd name="connsiteY93" fmla="*/ 325413 h 915154"/>
              <a:gd name="connsiteX94" fmla="*/ 316175 w 912326"/>
              <a:gd name="connsiteY94" fmla="*/ 311650 h 915154"/>
              <a:gd name="connsiteX95" fmla="*/ 329844 w 912326"/>
              <a:gd name="connsiteY95" fmla="*/ 298264 h 915154"/>
              <a:gd name="connsiteX96" fmla="*/ 19419 w 912326"/>
              <a:gd name="connsiteY96" fmla="*/ 598131 h 915154"/>
              <a:gd name="connsiteX97" fmla="*/ 6127 w 912326"/>
              <a:gd name="connsiteY97" fmla="*/ 584273 h 915154"/>
              <a:gd name="connsiteX98" fmla="*/ 283 w 912326"/>
              <a:gd name="connsiteY98" fmla="*/ 589929 h 915154"/>
              <a:gd name="connsiteX99" fmla="*/ 14329 w 912326"/>
              <a:gd name="connsiteY99" fmla="*/ 603504 h 915154"/>
              <a:gd name="connsiteX100" fmla="*/ 754 w 912326"/>
              <a:gd name="connsiteY100" fmla="*/ 616796 h 915154"/>
              <a:gd name="connsiteX101" fmla="*/ 6316 w 912326"/>
              <a:gd name="connsiteY101" fmla="*/ 623112 h 915154"/>
              <a:gd name="connsiteX102" fmla="*/ 20173 w 912326"/>
              <a:gd name="connsiteY102" fmla="*/ 609066 h 915154"/>
              <a:gd name="connsiteX103" fmla="*/ 33371 w 912326"/>
              <a:gd name="connsiteY103" fmla="*/ 622546 h 915154"/>
              <a:gd name="connsiteX104" fmla="*/ 39593 w 912326"/>
              <a:gd name="connsiteY104" fmla="*/ 616796 h 915154"/>
              <a:gd name="connsiteX105" fmla="*/ 25452 w 912326"/>
              <a:gd name="connsiteY105" fmla="*/ 603127 h 915154"/>
              <a:gd name="connsiteX106" fmla="*/ 39216 w 912326"/>
              <a:gd name="connsiteY106" fmla="*/ 589552 h 915154"/>
              <a:gd name="connsiteX107" fmla="*/ 33182 w 912326"/>
              <a:gd name="connsiteY107" fmla="*/ 583425 h 915154"/>
              <a:gd name="connsiteX108" fmla="*/ 19513 w 912326"/>
              <a:gd name="connsiteY108" fmla="*/ 598036 h 915154"/>
              <a:gd name="connsiteX109" fmla="*/ 297133 w 912326"/>
              <a:gd name="connsiteY109" fmla="*/ 584179 h 915154"/>
              <a:gd name="connsiteX110" fmla="*/ 291383 w 912326"/>
              <a:gd name="connsiteY110" fmla="*/ 589929 h 915154"/>
              <a:gd name="connsiteX111" fmla="*/ 305240 w 912326"/>
              <a:gd name="connsiteY111" fmla="*/ 603598 h 915154"/>
              <a:gd name="connsiteX112" fmla="*/ 291665 w 912326"/>
              <a:gd name="connsiteY112" fmla="*/ 616796 h 915154"/>
              <a:gd name="connsiteX113" fmla="*/ 297227 w 912326"/>
              <a:gd name="connsiteY113" fmla="*/ 622923 h 915154"/>
              <a:gd name="connsiteX114" fmla="*/ 310896 w 912326"/>
              <a:gd name="connsiteY114" fmla="*/ 609066 h 915154"/>
              <a:gd name="connsiteX115" fmla="*/ 324565 w 912326"/>
              <a:gd name="connsiteY115" fmla="*/ 622829 h 915154"/>
              <a:gd name="connsiteX116" fmla="*/ 330504 w 912326"/>
              <a:gd name="connsiteY116" fmla="*/ 616702 h 915154"/>
              <a:gd name="connsiteX117" fmla="*/ 316364 w 912326"/>
              <a:gd name="connsiteY117" fmla="*/ 603033 h 915154"/>
              <a:gd name="connsiteX118" fmla="*/ 330221 w 912326"/>
              <a:gd name="connsiteY118" fmla="*/ 589552 h 915154"/>
              <a:gd name="connsiteX119" fmla="*/ 324659 w 912326"/>
              <a:gd name="connsiteY119" fmla="*/ 583896 h 915154"/>
              <a:gd name="connsiteX120" fmla="*/ 310519 w 912326"/>
              <a:gd name="connsiteY120" fmla="*/ 598131 h 915154"/>
              <a:gd name="connsiteX121" fmla="*/ 297227 w 912326"/>
              <a:gd name="connsiteY121" fmla="*/ 584179 h 915154"/>
              <a:gd name="connsiteX122" fmla="*/ 19985 w 912326"/>
              <a:gd name="connsiteY122" fmla="*/ 25547 h 915154"/>
              <a:gd name="connsiteX123" fmla="*/ 33465 w 912326"/>
              <a:gd name="connsiteY123" fmla="*/ 39404 h 915154"/>
              <a:gd name="connsiteX124" fmla="*/ 39310 w 912326"/>
              <a:gd name="connsiteY124" fmla="*/ 33465 h 915154"/>
              <a:gd name="connsiteX125" fmla="*/ 25264 w 912326"/>
              <a:gd name="connsiteY125" fmla="*/ 19608 h 915154"/>
              <a:gd name="connsiteX126" fmla="*/ 39027 w 912326"/>
              <a:gd name="connsiteY126" fmla="*/ 6316 h 915154"/>
              <a:gd name="connsiteX127" fmla="*/ 33182 w 912326"/>
              <a:gd name="connsiteY127" fmla="*/ 283 h 915154"/>
              <a:gd name="connsiteX128" fmla="*/ 19231 w 912326"/>
              <a:gd name="connsiteY128" fmla="*/ 14517 h 915154"/>
              <a:gd name="connsiteX129" fmla="*/ 5939 w 912326"/>
              <a:gd name="connsiteY129" fmla="*/ 943 h 915154"/>
              <a:gd name="connsiteX130" fmla="*/ 189 w 912326"/>
              <a:gd name="connsiteY130" fmla="*/ 6410 h 915154"/>
              <a:gd name="connsiteX131" fmla="*/ 14234 w 912326"/>
              <a:gd name="connsiteY131" fmla="*/ 20173 h 915154"/>
              <a:gd name="connsiteX132" fmla="*/ 566 w 912326"/>
              <a:gd name="connsiteY132" fmla="*/ 33559 h 915154"/>
              <a:gd name="connsiteX133" fmla="*/ 6410 w 912326"/>
              <a:gd name="connsiteY133" fmla="*/ 39687 h 915154"/>
              <a:gd name="connsiteX134" fmla="*/ 20079 w 912326"/>
              <a:gd name="connsiteY134" fmla="*/ 25452 h 915154"/>
              <a:gd name="connsiteX135" fmla="*/ 615476 w 912326"/>
              <a:gd name="connsiteY135" fmla="*/ 330787 h 915154"/>
              <a:gd name="connsiteX136" fmla="*/ 621132 w 912326"/>
              <a:gd name="connsiteY136" fmla="*/ 325319 h 915154"/>
              <a:gd name="connsiteX137" fmla="*/ 606992 w 912326"/>
              <a:gd name="connsiteY137" fmla="*/ 311367 h 915154"/>
              <a:gd name="connsiteX138" fmla="*/ 620567 w 912326"/>
              <a:gd name="connsiteY138" fmla="*/ 298453 h 915154"/>
              <a:gd name="connsiteX139" fmla="*/ 615099 w 912326"/>
              <a:gd name="connsiteY139" fmla="*/ 291854 h 915154"/>
              <a:gd name="connsiteX140" fmla="*/ 601336 w 912326"/>
              <a:gd name="connsiteY140" fmla="*/ 305900 h 915154"/>
              <a:gd name="connsiteX141" fmla="*/ 588233 w 912326"/>
              <a:gd name="connsiteY141" fmla="*/ 292702 h 915154"/>
              <a:gd name="connsiteX142" fmla="*/ 581728 w 912326"/>
              <a:gd name="connsiteY142" fmla="*/ 298170 h 915154"/>
              <a:gd name="connsiteX143" fmla="*/ 595774 w 912326"/>
              <a:gd name="connsiteY143" fmla="*/ 311839 h 915154"/>
              <a:gd name="connsiteX144" fmla="*/ 582105 w 912326"/>
              <a:gd name="connsiteY144" fmla="*/ 325319 h 915154"/>
              <a:gd name="connsiteX145" fmla="*/ 587761 w 912326"/>
              <a:gd name="connsiteY145" fmla="*/ 330881 h 915154"/>
              <a:gd name="connsiteX146" fmla="*/ 601619 w 912326"/>
              <a:gd name="connsiteY146" fmla="*/ 316646 h 915154"/>
              <a:gd name="connsiteX147" fmla="*/ 615382 w 912326"/>
              <a:gd name="connsiteY147" fmla="*/ 330598 h 915154"/>
              <a:gd name="connsiteX148" fmla="*/ 887062 w 912326"/>
              <a:gd name="connsiteY148" fmla="*/ 20173 h 915154"/>
              <a:gd name="connsiteX149" fmla="*/ 873393 w 912326"/>
              <a:gd name="connsiteY149" fmla="*/ 33465 h 915154"/>
              <a:gd name="connsiteX150" fmla="*/ 878861 w 912326"/>
              <a:gd name="connsiteY150" fmla="*/ 39593 h 915154"/>
              <a:gd name="connsiteX151" fmla="*/ 892624 w 912326"/>
              <a:gd name="connsiteY151" fmla="*/ 25641 h 915154"/>
              <a:gd name="connsiteX152" fmla="*/ 906199 w 912326"/>
              <a:gd name="connsiteY152" fmla="*/ 39498 h 915154"/>
              <a:gd name="connsiteX153" fmla="*/ 912043 w 912326"/>
              <a:gd name="connsiteY153" fmla="*/ 33371 h 915154"/>
              <a:gd name="connsiteX154" fmla="*/ 897997 w 912326"/>
              <a:gd name="connsiteY154" fmla="*/ 19796 h 915154"/>
              <a:gd name="connsiteX155" fmla="*/ 911855 w 912326"/>
              <a:gd name="connsiteY155" fmla="*/ 6222 h 915154"/>
              <a:gd name="connsiteX156" fmla="*/ 905916 w 912326"/>
              <a:gd name="connsiteY156" fmla="*/ 189 h 915154"/>
              <a:gd name="connsiteX157" fmla="*/ 892247 w 912326"/>
              <a:gd name="connsiteY157" fmla="*/ 14800 h 915154"/>
              <a:gd name="connsiteX158" fmla="*/ 878955 w 912326"/>
              <a:gd name="connsiteY158" fmla="*/ 660 h 915154"/>
              <a:gd name="connsiteX159" fmla="*/ 873016 w 912326"/>
              <a:gd name="connsiteY159" fmla="*/ 6410 h 915154"/>
              <a:gd name="connsiteX160" fmla="*/ 887157 w 912326"/>
              <a:gd name="connsiteY160" fmla="*/ 20173 h 915154"/>
              <a:gd name="connsiteX161" fmla="*/ 588044 w 912326"/>
              <a:gd name="connsiteY161" fmla="*/ 584273 h 915154"/>
              <a:gd name="connsiteX162" fmla="*/ 581728 w 912326"/>
              <a:gd name="connsiteY162" fmla="*/ 590118 h 915154"/>
              <a:gd name="connsiteX163" fmla="*/ 595868 w 912326"/>
              <a:gd name="connsiteY163" fmla="*/ 603598 h 915154"/>
              <a:gd name="connsiteX164" fmla="*/ 582105 w 912326"/>
              <a:gd name="connsiteY164" fmla="*/ 617079 h 915154"/>
              <a:gd name="connsiteX165" fmla="*/ 587761 w 912326"/>
              <a:gd name="connsiteY165" fmla="*/ 622829 h 915154"/>
              <a:gd name="connsiteX166" fmla="*/ 601336 w 912326"/>
              <a:gd name="connsiteY166" fmla="*/ 608689 h 915154"/>
              <a:gd name="connsiteX167" fmla="*/ 615099 w 912326"/>
              <a:gd name="connsiteY167" fmla="*/ 622640 h 915154"/>
              <a:gd name="connsiteX168" fmla="*/ 621038 w 912326"/>
              <a:gd name="connsiteY168" fmla="*/ 616984 h 915154"/>
              <a:gd name="connsiteX169" fmla="*/ 606898 w 912326"/>
              <a:gd name="connsiteY169" fmla="*/ 603127 h 915154"/>
              <a:gd name="connsiteX170" fmla="*/ 620378 w 912326"/>
              <a:gd name="connsiteY170" fmla="*/ 590118 h 915154"/>
              <a:gd name="connsiteX171" fmla="*/ 615005 w 912326"/>
              <a:gd name="connsiteY171" fmla="*/ 583613 h 915154"/>
              <a:gd name="connsiteX172" fmla="*/ 601242 w 912326"/>
              <a:gd name="connsiteY172" fmla="*/ 597565 h 915154"/>
              <a:gd name="connsiteX173" fmla="*/ 587950 w 912326"/>
              <a:gd name="connsiteY173" fmla="*/ 584179 h 915154"/>
              <a:gd name="connsiteX174" fmla="*/ 305146 w 912326"/>
              <a:gd name="connsiteY174" fmla="*/ 20362 h 915154"/>
              <a:gd name="connsiteX175" fmla="*/ 291665 w 912326"/>
              <a:gd name="connsiteY175" fmla="*/ 33465 h 915154"/>
              <a:gd name="connsiteX176" fmla="*/ 297133 w 912326"/>
              <a:gd name="connsiteY176" fmla="*/ 39687 h 915154"/>
              <a:gd name="connsiteX177" fmla="*/ 310896 w 912326"/>
              <a:gd name="connsiteY177" fmla="*/ 25641 h 915154"/>
              <a:gd name="connsiteX178" fmla="*/ 324471 w 912326"/>
              <a:gd name="connsiteY178" fmla="*/ 39404 h 915154"/>
              <a:gd name="connsiteX179" fmla="*/ 330409 w 912326"/>
              <a:gd name="connsiteY179" fmla="*/ 33371 h 915154"/>
              <a:gd name="connsiteX180" fmla="*/ 316269 w 912326"/>
              <a:gd name="connsiteY180" fmla="*/ 19608 h 915154"/>
              <a:gd name="connsiteX181" fmla="*/ 329750 w 912326"/>
              <a:gd name="connsiteY181" fmla="*/ 6316 h 915154"/>
              <a:gd name="connsiteX182" fmla="*/ 324188 w 912326"/>
              <a:gd name="connsiteY182" fmla="*/ 0 h 915154"/>
              <a:gd name="connsiteX183" fmla="*/ 309953 w 912326"/>
              <a:gd name="connsiteY183" fmla="*/ 14423 h 915154"/>
              <a:gd name="connsiteX184" fmla="*/ 296944 w 912326"/>
              <a:gd name="connsiteY184" fmla="*/ 566 h 915154"/>
              <a:gd name="connsiteX185" fmla="*/ 291005 w 912326"/>
              <a:gd name="connsiteY185" fmla="*/ 6222 h 915154"/>
              <a:gd name="connsiteX186" fmla="*/ 305051 w 912326"/>
              <a:gd name="connsiteY186" fmla="*/ 20173 h 915154"/>
              <a:gd name="connsiteX187" fmla="*/ 911478 w 912326"/>
              <a:gd name="connsiteY187" fmla="*/ 298076 h 915154"/>
              <a:gd name="connsiteX188" fmla="*/ 906104 w 912326"/>
              <a:gd name="connsiteY188" fmla="*/ 291948 h 915154"/>
              <a:gd name="connsiteX189" fmla="*/ 892341 w 912326"/>
              <a:gd name="connsiteY189" fmla="*/ 305900 h 915154"/>
              <a:gd name="connsiteX190" fmla="*/ 879144 w 912326"/>
              <a:gd name="connsiteY190" fmla="*/ 292608 h 915154"/>
              <a:gd name="connsiteX191" fmla="*/ 872828 w 912326"/>
              <a:gd name="connsiteY191" fmla="*/ 298453 h 915154"/>
              <a:gd name="connsiteX192" fmla="*/ 886779 w 912326"/>
              <a:gd name="connsiteY192" fmla="*/ 312121 h 915154"/>
              <a:gd name="connsiteX193" fmla="*/ 873393 w 912326"/>
              <a:gd name="connsiteY193" fmla="*/ 325413 h 915154"/>
              <a:gd name="connsiteX194" fmla="*/ 879144 w 912326"/>
              <a:gd name="connsiteY194" fmla="*/ 331446 h 915154"/>
              <a:gd name="connsiteX195" fmla="*/ 893190 w 912326"/>
              <a:gd name="connsiteY195" fmla="*/ 317023 h 915154"/>
              <a:gd name="connsiteX196" fmla="*/ 906199 w 912326"/>
              <a:gd name="connsiteY196" fmla="*/ 330315 h 915154"/>
              <a:gd name="connsiteX197" fmla="*/ 912043 w 912326"/>
              <a:gd name="connsiteY197" fmla="*/ 325413 h 915154"/>
              <a:gd name="connsiteX198" fmla="*/ 897903 w 912326"/>
              <a:gd name="connsiteY198" fmla="*/ 311462 h 915154"/>
              <a:gd name="connsiteX199" fmla="*/ 911478 w 912326"/>
              <a:gd name="connsiteY199" fmla="*/ 298076 h 915154"/>
              <a:gd name="connsiteX200" fmla="*/ 872828 w 912326"/>
              <a:gd name="connsiteY200" fmla="*/ 590024 h 915154"/>
              <a:gd name="connsiteX201" fmla="*/ 887157 w 912326"/>
              <a:gd name="connsiteY201" fmla="*/ 603598 h 915154"/>
              <a:gd name="connsiteX202" fmla="*/ 873393 w 912326"/>
              <a:gd name="connsiteY202" fmla="*/ 617079 h 915154"/>
              <a:gd name="connsiteX203" fmla="*/ 878955 w 912326"/>
              <a:gd name="connsiteY203" fmla="*/ 623018 h 915154"/>
              <a:gd name="connsiteX204" fmla="*/ 892530 w 912326"/>
              <a:gd name="connsiteY204" fmla="*/ 608972 h 915154"/>
              <a:gd name="connsiteX205" fmla="*/ 905916 w 912326"/>
              <a:gd name="connsiteY205" fmla="*/ 622923 h 915154"/>
              <a:gd name="connsiteX206" fmla="*/ 912326 w 912326"/>
              <a:gd name="connsiteY206" fmla="*/ 616796 h 915154"/>
              <a:gd name="connsiteX207" fmla="*/ 897903 w 912326"/>
              <a:gd name="connsiteY207" fmla="*/ 602844 h 915154"/>
              <a:gd name="connsiteX208" fmla="*/ 911478 w 912326"/>
              <a:gd name="connsiteY208" fmla="*/ 590024 h 915154"/>
              <a:gd name="connsiteX209" fmla="*/ 905916 w 912326"/>
              <a:gd name="connsiteY209" fmla="*/ 583708 h 915154"/>
              <a:gd name="connsiteX210" fmla="*/ 892341 w 912326"/>
              <a:gd name="connsiteY210" fmla="*/ 597754 h 915154"/>
              <a:gd name="connsiteX211" fmla="*/ 878861 w 912326"/>
              <a:gd name="connsiteY211" fmla="*/ 584085 h 915154"/>
              <a:gd name="connsiteX212" fmla="*/ 872828 w 912326"/>
              <a:gd name="connsiteY212" fmla="*/ 590118 h 91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912326" h="915154">
                <a:moveTo>
                  <a:pt x="587573" y="914871"/>
                </a:moveTo>
                <a:cubicBezTo>
                  <a:pt x="585876" y="912986"/>
                  <a:pt x="584085" y="911195"/>
                  <a:pt x="582199" y="909215"/>
                </a:cubicBezTo>
                <a:cubicBezTo>
                  <a:pt x="586819" y="904690"/>
                  <a:pt x="591343" y="900166"/>
                  <a:pt x="596151" y="895546"/>
                </a:cubicBezTo>
                <a:cubicBezTo>
                  <a:pt x="591249" y="890739"/>
                  <a:pt x="586724" y="886308"/>
                  <a:pt x="582011" y="881689"/>
                </a:cubicBezTo>
                <a:cubicBezTo>
                  <a:pt x="584085" y="879804"/>
                  <a:pt x="585970" y="878107"/>
                  <a:pt x="588044" y="876316"/>
                </a:cubicBezTo>
                <a:cubicBezTo>
                  <a:pt x="592286" y="880652"/>
                  <a:pt x="596622" y="885271"/>
                  <a:pt x="601147" y="889890"/>
                </a:cubicBezTo>
                <a:cubicBezTo>
                  <a:pt x="606049" y="884894"/>
                  <a:pt x="610386" y="880369"/>
                  <a:pt x="614910" y="875750"/>
                </a:cubicBezTo>
                <a:cubicBezTo>
                  <a:pt x="617173" y="878107"/>
                  <a:pt x="618870" y="879992"/>
                  <a:pt x="620944" y="882066"/>
                </a:cubicBezTo>
                <a:cubicBezTo>
                  <a:pt x="616607" y="886308"/>
                  <a:pt x="612082" y="890739"/>
                  <a:pt x="607463" y="895264"/>
                </a:cubicBezTo>
                <a:cubicBezTo>
                  <a:pt x="612082" y="899883"/>
                  <a:pt x="616607" y="904313"/>
                  <a:pt x="621321" y="909027"/>
                </a:cubicBezTo>
                <a:cubicBezTo>
                  <a:pt x="619153" y="911006"/>
                  <a:pt x="617361" y="912703"/>
                  <a:pt x="615476" y="914400"/>
                </a:cubicBezTo>
                <a:cubicBezTo>
                  <a:pt x="611234" y="910064"/>
                  <a:pt x="606803" y="905539"/>
                  <a:pt x="602844" y="901485"/>
                </a:cubicBezTo>
                <a:cubicBezTo>
                  <a:pt x="597659" y="906293"/>
                  <a:pt x="592946" y="910629"/>
                  <a:pt x="588327" y="914966"/>
                </a:cubicBezTo>
                <a:lnTo>
                  <a:pt x="587761" y="914966"/>
                </a:lnTo>
                <a:close/>
                <a:moveTo>
                  <a:pt x="878861" y="914871"/>
                </a:moveTo>
                <a:cubicBezTo>
                  <a:pt x="883386" y="910441"/>
                  <a:pt x="888005" y="906010"/>
                  <a:pt x="892341" y="901768"/>
                </a:cubicBezTo>
                <a:cubicBezTo>
                  <a:pt x="896866" y="906104"/>
                  <a:pt x="901485" y="910535"/>
                  <a:pt x="906104" y="914871"/>
                </a:cubicBezTo>
                <a:lnTo>
                  <a:pt x="906670" y="914871"/>
                </a:lnTo>
                <a:cubicBezTo>
                  <a:pt x="908367" y="912986"/>
                  <a:pt x="910158" y="911006"/>
                  <a:pt x="912138" y="908744"/>
                </a:cubicBezTo>
                <a:cubicBezTo>
                  <a:pt x="907424" y="904219"/>
                  <a:pt x="902899" y="899789"/>
                  <a:pt x="898280" y="895169"/>
                </a:cubicBezTo>
                <a:cubicBezTo>
                  <a:pt x="902899" y="890644"/>
                  <a:pt x="907424" y="886214"/>
                  <a:pt x="911666" y="881972"/>
                </a:cubicBezTo>
                <a:cubicBezTo>
                  <a:pt x="909781" y="879898"/>
                  <a:pt x="908084" y="877918"/>
                  <a:pt x="905916" y="875467"/>
                </a:cubicBezTo>
                <a:cubicBezTo>
                  <a:pt x="901297" y="880275"/>
                  <a:pt x="896960" y="884800"/>
                  <a:pt x="892247" y="889796"/>
                </a:cubicBezTo>
                <a:cubicBezTo>
                  <a:pt x="887628" y="885083"/>
                  <a:pt x="883197" y="880558"/>
                  <a:pt x="878672" y="875939"/>
                </a:cubicBezTo>
                <a:cubicBezTo>
                  <a:pt x="876787" y="877918"/>
                  <a:pt x="874996" y="879709"/>
                  <a:pt x="872828" y="881878"/>
                </a:cubicBezTo>
                <a:cubicBezTo>
                  <a:pt x="877447" y="886402"/>
                  <a:pt x="881972" y="890833"/>
                  <a:pt x="886874" y="895735"/>
                </a:cubicBezTo>
                <a:cubicBezTo>
                  <a:pt x="882160" y="900260"/>
                  <a:pt x="877730" y="904690"/>
                  <a:pt x="873111" y="909121"/>
                </a:cubicBezTo>
                <a:cubicBezTo>
                  <a:pt x="874902" y="911195"/>
                  <a:pt x="876599" y="913080"/>
                  <a:pt x="878201" y="914966"/>
                </a:cubicBezTo>
                <a:lnTo>
                  <a:pt x="878767" y="914966"/>
                </a:lnTo>
                <a:close/>
                <a:moveTo>
                  <a:pt x="6222" y="914871"/>
                </a:moveTo>
                <a:cubicBezTo>
                  <a:pt x="10841" y="910441"/>
                  <a:pt x="15366" y="906010"/>
                  <a:pt x="20362" y="901297"/>
                </a:cubicBezTo>
                <a:cubicBezTo>
                  <a:pt x="24604" y="905633"/>
                  <a:pt x="29035" y="910064"/>
                  <a:pt x="33654" y="914683"/>
                </a:cubicBezTo>
                <a:cubicBezTo>
                  <a:pt x="35539" y="912797"/>
                  <a:pt x="37236" y="911006"/>
                  <a:pt x="39404" y="908744"/>
                </a:cubicBezTo>
                <a:cubicBezTo>
                  <a:pt x="34785" y="904219"/>
                  <a:pt x="30260" y="899789"/>
                  <a:pt x="25358" y="895075"/>
                </a:cubicBezTo>
                <a:cubicBezTo>
                  <a:pt x="30072" y="890456"/>
                  <a:pt x="34596" y="886025"/>
                  <a:pt x="38838" y="881972"/>
                </a:cubicBezTo>
                <a:cubicBezTo>
                  <a:pt x="36953" y="879992"/>
                  <a:pt x="35162" y="878107"/>
                  <a:pt x="32805" y="875656"/>
                </a:cubicBezTo>
                <a:cubicBezTo>
                  <a:pt x="28375" y="880275"/>
                  <a:pt x="24038" y="884800"/>
                  <a:pt x="19231" y="889890"/>
                </a:cubicBezTo>
                <a:cubicBezTo>
                  <a:pt x="14706" y="885177"/>
                  <a:pt x="10369" y="880652"/>
                  <a:pt x="6033" y="876221"/>
                </a:cubicBezTo>
                <a:cubicBezTo>
                  <a:pt x="4148" y="878013"/>
                  <a:pt x="2262" y="879804"/>
                  <a:pt x="283" y="881689"/>
                </a:cubicBezTo>
                <a:cubicBezTo>
                  <a:pt x="4996" y="886308"/>
                  <a:pt x="9427" y="890739"/>
                  <a:pt x="14329" y="895546"/>
                </a:cubicBezTo>
                <a:cubicBezTo>
                  <a:pt x="9615" y="900166"/>
                  <a:pt x="5090" y="904690"/>
                  <a:pt x="471" y="909215"/>
                </a:cubicBezTo>
                <a:cubicBezTo>
                  <a:pt x="2357" y="911195"/>
                  <a:pt x="4054" y="913080"/>
                  <a:pt x="5750" y="914966"/>
                </a:cubicBezTo>
                <a:lnTo>
                  <a:pt x="6316" y="914966"/>
                </a:lnTo>
                <a:close/>
                <a:moveTo>
                  <a:pt x="324753" y="914871"/>
                </a:moveTo>
                <a:cubicBezTo>
                  <a:pt x="326545" y="912986"/>
                  <a:pt x="328241" y="911006"/>
                  <a:pt x="330315" y="908838"/>
                </a:cubicBezTo>
                <a:cubicBezTo>
                  <a:pt x="325696" y="904219"/>
                  <a:pt x="321171" y="899789"/>
                  <a:pt x="316458" y="895075"/>
                </a:cubicBezTo>
                <a:cubicBezTo>
                  <a:pt x="320983" y="890550"/>
                  <a:pt x="325508" y="886120"/>
                  <a:pt x="330127" y="881595"/>
                </a:cubicBezTo>
                <a:cubicBezTo>
                  <a:pt x="328241" y="879709"/>
                  <a:pt x="326450" y="877918"/>
                  <a:pt x="324188" y="875656"/>
                </a:cubicBezTo>
                <a:cubicBezTo>
                  <a:pt x="319569" y="880275"/>
                  <a:pt x="315138" y="884800"/>
                  <a:pt x="310142" y="889890"/>
                </a:cubicBezTo>
                <a:cubicBezTo>
                  <a:pt x="305523" y="885177"/>
                  <a:pt x="301092" y="880652"/>
                  <a:pt x="296850" y="876221"/>
                </a:cubicBezTo>
                <a:cubicBezTo>
                  <a:pt x="294965" y="878013"/>
                  <a:pt x="293079" y="879709"/>
                  <a:pt x="291005" y="881689"/>
                </a:cubicBezTo>
                <a:cubicBezTo>
                  <a:pt x="295719" y="886308"/>
                  <a:pt x="300149" y="890739"/>
                  <a:pt x="305051" y="895641"/>
                </a:cubicBezTo>
                <a:cubicBezTo>
                  <a:pt x="300432" y="900260"/>
                  <a:pt x="295907" y="904690"/>
                  <a:pt x="291948" y="908650"/>
                </a:cubicBezTo>
                <a:cubicBezTo>
                  <a:pt x="293645" y="910724"/>
                  <a:pt x="295153" y="912703"/>
                  <a:pt x="297133" y="915154"/>
                </a:cubicBezTo>
                <a:cubicBezTo>
                  <a:pt x="301846" y="910346"/>
                  <a:pt x="306183" y="905822"/>
                  <a:pt x="310142" y="901768"/>
                </a:cubicBezTo>
                <a:cubicBezTo>
                  <a:pt x="314950" y="906199"/>
                  <a:pt x="319569" y="910535"/>
                  <a:pt x="324188" y="914871"/>
                </a:cubicBezTo>
                <a:lnTo>
                  <a:pt x="324753" y="914871"/>
                </a:lnTo>
                <a:close/>
                <a:moveTo>
                  <a:pt x="595868" y="20079"/>
                </a:moveTo>
                <a:cubicBezTo>
                  <a:pt x="591249" y="24604"/>
                  <a:pt x="586724" y="29035"/>
                  <a:pt x="582388" y="33277"/>
                </a:cubicBezTo>
                <a:cubicBezTo>
                  <a:pt x="584368" y="35351"/>
                  <a:pt x="586064" y="37236"/>
                  <a:pt x="588421" y="39781"/>
                </a:cubicBezTo>
                <a:cubicBezTo>
                  <a:pt x="592852" y="35068"/>
                  <a:pt x="597188" y="30449"/>
                  <a:pt x="601901" y="25358"/>
                </a:cubicBezTo>
                <a:cubicBezTo>
                  <a:pt x="606521" y="30166"/>
                  <a:pt x="610857" y="34691"/>
                  <a:pt x="615288" y="39404"/>
                </a:cubicBezTo>
                <a:cubicBezTo>
                  <a:pt x="617267" y="37424"/>
                  <a:pt x="619058" y="35633"/>
                  <a:pt x="621321" y="33371"/>
                </a:cubicBezTo>
                <a:cubicBezTo>
                  <a:pt x="616607" y="28752"/>
                  <a:pt x="612082" y="24321"/>
                  <a:pt x="607086" y="19419"/>
                </a:cubicBezTo>
                <a:cubicBezTo>
                  <a:pt x="611705" y="14894"/>
                  <a:pt x="616230" y="10558"/>
                  <a:pt x="620661" y="6222"/>
                </a:cubicBezTo>
                <a:cubicBezTo>
                  <a:pt x="618870" y="4242"/>
                  <a:pt x="617173" y="2451"/>
                  <a:pt x="615193" y="377"/>
                </a:cubicBezTo>
                <a:cubicBezTo>
                  <a:pt x="610574" y="5090"/>
                  <a:pt x="606144" y="9521"/>
                  <a:pt x="601242" y="14612"/>
                </a:cubicBezTo>
                <a:cubicBezTo>
                  <a:pt x="596622" y="9804"/>
                  <a:pt x="592192" y="5279"/>
                  <a:pt x="587667" y="660"/>
                </a:cubicBezTo>
                <a:cubicBezTo>
                  <a:pt x="585782" y="2545"/>
                  <a:pt x="584085" y="4242"/>
                  <a:pt x="581822" y="6410"/>
                </a:cubicBezTo>
                <a:cubicBezTo>
                  <a:pt x="586536" y="11029"/>
                  <a:pt x="591061" y="15460"/>
                  <a:pt x="595774" y="20079"/>
                </a:cubicBezTo>
                <a:close/>
                <a:moveTo>
                  <a:pt x="39687" y="325036"/>
                </a:moveTo>
                <a:cubicBezTo>
                  <a:pt x="34879" y="320417"/>
                  <a:pt x="30354" y="315986"/>
                  <a:pt x="25358" y="311273"/>
                </a:cubicBezTo>
                <a:cubicBezTo>
                  <a:pt x="29977" y="306748"/>
                  <a:pt x="34408" y="302318"/>
                  <a:pt x="38838" y="297887"/>
                </a:cubicBezTo>
                <a:cubicBezTo>
                  <a:pt x="37047" y="296002"/>
                  <a:pt x="35351" y="294211"/>
                  <a:pt x="33088" y="291948"/>
                </a:cubicBezTo>
                <a:cubicBezTo>
                  <a:pt x="28469" y="296567"/>
                  <a:pt x="24038" y="301092"/>
                  <a:pt x="19136" y="306088"/>
                </a:cubicBezTo>
                <a:cubicBezTo>
                  <a:pt x="14612" y="301469"/>
                  <a:pt x="10181" y="296944"/>
                  <a:pt x="5939" y="292514"/>
                </a:cubicBezTo>
                <a:cubicBezTo>
                  <a:pt x="4054" y="294305"/>
                  <a:pt x="2262" y="296096"/>
                  <a:pt x="0" y="298264"/>
                </a:cubicBezTo>
                <a:cubicBezTo>
                  <a:pt x="4713" y="302789"/>
                  <a:pt x="9238" y="307125"/>
                  <a:pt x="14234" y="311933"/>
                </a:cubicBezTo>
                <a:cubicBezTo>
                  <a:pt x="9521" y="316552"/>
                  <a:pt x="4996" y="320983"/>
                  <a:pt x="566" y="325319"/>
                </a:cubicBezTo>
                <a:cubicBezTo>
                  <a:pt x="2357" y="327204"/>
                  <a:pt x="4054" y="329090"/>
                  <a:pt x="6033" y="331164"/>
                </a:cubicBezTo>
                <a:cubicBezTo>
                  <a:pt x="10652" y="326545"/>
                  <a:pt x="15083" y="322020"/>
                  <a:pt x="19702" y="317401"/>
                </a:cubicBezTo>
                <a:cubicBezTo>
                  <a:pt x="24321" y="322114"/>
                  <a:pt x="28752" y="326639"/>
                  <a:pt x="33182" y="331164"/>
                </a:cubicBezTo>
                <a:cubicBezTo>
                  <a:pt x="35539" y="328995"/>
                  <a:pt x="37330" y="327204"/>
                  <a:pt x="39687" y="325036"/>
                </a:cubicBezTo>
                <a:close/>
                <a:moveTo>
                  <a:pt x="329844" y="298170"/>
                </a:moveTo>
                <a:cubicBezTo>
                  <a:pt x="328053" y="296190"/>
                  <a:pt x="326356" y="294305"/>
                  <a:pt x="324094" y="291854"/>
                </a:cubicBezTo>
                <a:cubicBezTo>
                  <a:pt x="319569" y="296662"/>
                  <a:pt x="315232" y="301281"/>
                  <a:pt x="310425" y="306371"/>
                </a:cubicBezTo>
                <a:cubicBezTo>
                  <a:pt x="305711" y="301469"/>
                  <a:pt x="301281" y="297039"/>
                  <a:pt x="296944" y="292514"/>
                </a:cubicBezTo>
                <a:cubicBezTo>
                  <a:pt x="295059" y="294399"/>
                  <a:pt x="293268" y="296190"/>
                  <a:pt x="291005" y="298453"/>
                </a:cubicBezTo>
                <a:cubicBezTo>
                  <a:pt x="295625" y="302978"/>
                  <a:pt x="300149" y="307408"/>
                  <a:pt x="305051" y="312404"/>
                </a:cubicBezTo>
                <a:cubicBezTo>
                  <a:pt x="300432" y="316835"/>
                  <a:pt x="295907" y="321265"/>
                  <a:pt x="291665" y="325508"/>
                </a:cubicBezTo>
                <a:cubicBezTo>
                  <a:pt x="293456" y="327393"/>
                  <a:pt x="295153" y="329278"/>
                  <a:pt x="297133" y="331446"/>
                </a:cubicBezTo>
                <a:cubicBezTo>
                  <a:pt x="301658" y="326733"/>
                  <a:pt x="306088" y="322208"/>
                  <a:pt x="310707" y="317495"/>
                </a:cubicBezTo>
                <a:cubicBezTo>
                  <a:pt x="315327" y="322302"/>
                  <a:pt x="319757" y="326827"/>
                  <a:pt x="323999" y="331069"/>
                </a:cubicBezTo>
                <a:cubicBezTo>
                  <a:pt x="326262" y="329090"/>
                  <a:pt x="328147" y="327299"/>
                  <a:pt x="330315" y="325413"/>
                </a:cubicBezTo>
                <a:cubicBezTo>
                  <a:pt x="325602" y="320888"/>
                  <a:pt x="321171" y="316552"/>
                  <a:pt x="316175" y="311650"/>
                </a:cubicBezTo>
                <a:cubicBezTo>
                  <a:pt x="320983" y="306937"/>
                  <a:pt x="325508" y="302506"/>
                  <a:pt x="329844" y="298264"/>
                </a:cubicBezTo>
                <a:close/>
                <a:moveTo>
                  <a:pt x="19419" y="598131"/>
                </a:moveTo>
                <a:cubicBezTo>
                  <a:pt x="14706" y="593229"/>
                  <a:pt x="10369" y="588704"/>
                  <a:pt x="6127" y="584273"/>
                </a:cubicBezTo>
                <a:cubicBezTo>
                  <a:pt x="4242" y="586159"/>
                  <a:pt x="2451" y="587856"/>
                  <a:pt x="283" y="589929"/>
                </a:cubicBezTo>
                <a:cubicBezTo>
                  <a:pt x="4808" y="594360"/>
                  <a:pt x="9427" y="598696"/>
                  <a:pt x="14329" y="603504"/>
                </a:cubicBezTo>
                <a:cubicBezTo>
                  <a:pt x="9521" y="608217"/>
                  <a:pt x="4996" y="612742"/>
                  <a:pt x="754" y="616796"/>
                </a:cubicBezTo>
                <a:cubicBezTo>
                  <a:pt x="2545" y="618870"/>
                  <a:pt x="4242" y="620755"/>
                  <a:pt x="6316" y="623112"/>
                </a:cubicBezTo>
                <a:cubicBezTo>
                  <a:pt x="10935" y="618398"/>
                  <a:pt x="15366" y="613874"/>
                  <a:pt x="20173" y="609066"/>
                </a:cubicBezTo>
                <a:cubicBezTo>
                  <a:pt x="24698" y="613685"/>
                  <a:pt x="29035" y="618116"/>
                  <a:pt x="33371" y="622546"/>
                </a:cubicBezTo>
                <a:cubicBezTo>
                  <a:pt x="35445" y="620661"/>
                  <a:pt x="37236" y="618964"/>
                  <a:pt x="39593" y="616796"/>
                </a:cubicBezTo>
                <a:cubicBezTo>
                  <a:pt x="34973" y="612271"/>
                  <a:pt x="30354" y="607840"/>
                  <a:pt x="25452" y="603127"/>
                </a:cubicBezTo>
                <a:cubicBezTo>
                  <a:pt x="30166" y="598414"/>
                  <a:pt x="34691" y="593983"/>
                  <a:pt x="39216" y="589552"/>
                </a:cubicBezTo>
                <a:cubicBezTo>
                  <a:pt x="37330" y="587667"/>
                  <a:pt x="35539" y="585876"/>
                  <a:pt x="33182" y="583425"/>
                </a:cubicBezTo>
                <a:cubicBezTo>
                  <a:pt x="28752" y="588233"/>
                  <a:pt x="24321" y="592852"/>
                  <a:pt x="19513" y="598036"/>
                </a:cubicBezTo>
                <a:close/>
                <a:moveTo>
                  <a:pt x="297133" y="584179"/>
                </a:moveTo>
                <a:cubicBezTo>
                  <a:pt x="295153" y="586159"/>
                  <a:pt x="293362" y="587950"/>
                  <a:pt x="291383" y="589929"/>
                </a:cubicBezTo>
                <a:cubicBezTo>
                  <a:pt x="295813" y="594360"/>
                  <a:pt x="300338" y="598791"/>
                  <a:pt x="305240" y="603598"/>
                </a:cubicBezTo>
                <a:cubicBezTo>
                  <a:pt x="300527" y="608217"/>
                  <a:pt x="296002" y="612648"/>
                  <a:pt x="291665" y="616796"/>
                </a:cubicBezTo>
                <a:cubicBezTo>
                  <a:pt x="293551" y="618870"/>
                  <a:pt x="295248" y="620755"/>
                  <a:pt x="297227" y="622923"/>
                </a:cubicBezTo>
                <a:cubicBezTo>
                  <a:pt x="301846" y="618304"/>
                  <a:pt x="306183" y="613779"/>
                  <a:pt x="310896" y="609066"/>
                </a:cubicBezTo>
                <a:cubicBezTo>
                  <a:pt x="315515" y="613685"/>
                  <a:pt x="319946" y="618210"/>
                  <a:pt x="324565" y="622829"/>
                </a:cubicBezTo>
                <a:cubicBezTo>
                  <a:pt x="326545" y="620755"/>
                  <a:pt x="328241" y="618964"/>
                  <a:pt x="330504" y="616702"/>
                </a:cubicBezTo>
                <a:cubicBezTo>
                  <a:pt x="325885" y="612271"/>
                  <a:pt x="321360" y="607840"/>
                  <a:pt x="316364" y="603033"/>
                </a:cubicBezTo>
                <a:cubicBezTo>
                  <a:pt x="321077" y="598414"/>
                  <a:pt x="325602" y="594077"/>
                  <a:pt x="330221" y="589552"/>
                </a:cubicBezTo>
                <a:cubicBezTo>
                  <a:pt x="328336" y="587573"/>
                  <a:pt x="326545" y="585782"/>
                  <a:pt x="324659" y="583896"/>
                </a:cubicBezTo>
                <a:cubicBezTo>
                  <a:pt x="320040" y="588515"/>
                  <a:pt x="315609" y="592946"/>
                  <a:pt x="310519" y="598131"/>
                </a:cubicBezTo>
                <a:cubicBezTo>
                  <a:pt x="305806" y="593135"/>
                  <a:pt x="301469" y="588610"/>
                  <a:pt x="297227" y="584179"/>
                </a:cubicBezTo>
                <a:close/>
                <a:moveTo>
                  <a:pt x="19985" y="25547"/>
                </a:moveTo>
                <a:cubicBezTo>
                  <a:pt x="24604" y="30260"/>
                  <a:pt x="28940" y="34785"/>
                  <a:pt x="33465" y="39404"/>
                </a:cubicBezTo>
                <a:cubicBezTo>
                  <a:pt x="35445" y="37424"/>
                  <a:pt x="37142" y="35633"/>
                  <a:pt x="39310" y="33465"/>
                </a:cubicBezTo>
                <a:cubicBezTo>
                  <a:pt x="34691" y="28940"/>
                  <a:pt x="30166" y="24510"/>
                  <a:pt x="25264" y="19608"/>
                </a:cubicBezTo>
                <a:cubicBezTo>
                  <a:pt x="29977" y="15083"/>
                  <a:pt x="34502" y="10652"/>
                  <a:pt x="39027" y="6316"/>
                </a:cubicBezTo>
                <a:cubicBezTo>
                  <a:pt x="37142" y="4336"/>
                  <a:pt x="35351" y="2545"/>
                  <a:pt x="33182" y="283"/>
                </a:cubicBezTo>
                <a:cubicBezTo>
                  <a:pt x="28563" y="4996"/>
                  <a:pt x="24133" y="9521"/>
                  <a:pt x="19231" y="14517"/>
                </a:cubicBezTo>
                <a:cubicBezTo>
                  <a:pt x="14612" y="9804"/>
                  <a:pt x="10181" y="5373"/>
                  <a:pt x="5939" y="943"/>
                </a:cubicBezTo>
                <a:cubicBezTo>
                  <a:pt x="4054" y="2734"/>
                  <a:pt x="2262" y="4431"/>
                  <a:pt x="189" y="6410"/>
                </a:cubicBezTo>
                <a:cubicBezTo>
                  <a:pt x="4808" y="10935"/>
                  <a:pt x="9333" y="15366"/>
                  <a:pt x="14234" y="20173"/>
                </a:cubicBezTo>
                <a:cubicBezTo>
                  <a:pt x="9521" y="24792"/>
                  <a:pt x="4902" y="29317"/>
                  <a:pt x="566" y="33559"/>
                </a:cubicBezTo>
                <a:cubicBezTo>
                  <a:pt x="2357" y="35445"/>
                  <a:pt x="4054" y="37236"/>
                  <a:pt x="6410" y="39687"/>
                </a:cubicBezTo>
                <a:cubicBezTo>
                  <a:pt x="10935" y="34973"/>
                  <a:pt x="15271" y="30449"/>
                  <a:pt x="20079" y="25452"/>
                </a:cubicBezTo>
                <a:close/>
                <a:moveTo>
                  <a:pt x="615476" y="330787"/>
                </a:moveTo>
                <a:cubicBezTo>
                  <a:pt x="617361" y="328995"/>
                  <a:pt x="619153" y="327299"/>
                  <a:pt x="621132" y="325319"/>
                </a:cubicBezTo>
                <a:cubicBezTo>
                  <a:pt x="616513" y="320700"/>
                  <a:pt x="611988" y="316269"/>
                  <a:pt x="606992" y="311367"/>
                </a:cubicBezTo>
                <a:cubicBezTo>
                  <a:pt x="611800" y="306842"/>
                  <a:pt x="616419" y="302412"/>
                  <a:pt x="620567" y="298453"/>
                </a:cubicBezTo>
                <a:cubicBezTo>
                  <a:pt x="618681" y="296190"/>
                  <a:pt x="617079" y="294211"/>
                  <a:pt x="615099" y="291854"/>
                </a:cubicBezTo>
                <a:cubicBezTo>
                  <a:pt x="610386" y="296662"/>
                  <a:pt x="605955" y="301092"/>
                  <a:pt x="601336" y="305900"/>
                </a:cubicBezTo>
                <a:cubicBezTo>
                  <a:pt x="596811" y="301281"/>
                  <a:pt x="592380" y="296850"/>
                  <a:pt x="588233" y="292702"/>
                </a:cubicBezTo>
                <a:cubicBezTo>
                  <a:pt x="586064" y="294493"/>
                  <a:pt x="584085" y="296190"/>
                  <a:pt x="581728" y="298170"/>
                </a:cubicBezTo>
                <a:cubicBezTo>
                  <a:pt x="586536" y="302883"/>
                  <a:pt x="591061" y="307314"/>
                  <a:pt x="595774" y="311839"/>
                </a:cubicBezTo>
                <a:cubicBezTo>
                  <a:pt x="591155" y="316364"/>
                  <a:pt x="586724" y="320888"/>
                  <a:pt x="582105" y="325319"/>
                </a:cubicBezTo>
                <a:cubicBezTo>
                  <a:pt x="583991" y="327204"/>
                  <a:pt x="585782" y="328995"/>
                  <a:pt x="587761" y="330881"/>
                </a:cubicBezTo>
                <a:cubicBezTo>
                  <a:pt x="592286" y="326262"/>
                  <a:pt x="596622" y="321831"/>
                  <a:pt x="601619" y="316646"/>
                </a:cubicBezTo>
                <a:cubicBezTo>
                  <a:pt x="606615" y="321643"/>
                  <a:pt x="610951" y="326167"/>
                  <a:pt x="615382" y="330598"/>
                </a:cubicBezTo>
                <a:close/>
                <a:moveTo>
                  <a:pt x="887062" y="20173"/>
                </a:moveTo>
                <a:cubicBezTo>
                  <a:pt x="882255" y="24792"/>
                  <a:pt x="877730" y="29317"/>
                  <a:pt x="873393" y="33465"/>
                </a:cubicBezTo>
                <a:cubicBezTo>
                  <a:pt x="875279" y="35539"/>
                  <a:pt x="876881" y="37424"/>
                  <a:pt x="878861" y="39593"/>
                </a:cubicBezTo>
                <a:cubicBezTo>
                  <a:pt x="883480" y="34879"/>
                  <a:pt x="887911" y="30354"/>
                  <a:pt x="892624" y="25641"/>
                </a:cubicBezTo>
                <a:cubicBezTo>
                  <a:pt x="897243" y="30354"/>
                  <a:pt x="901674" y="34879"/>
                  <a:pt x="906199" y="39498"/>
                </a:cubicBezTo>
                <a:cubicBezTo>
                  <a:pt x="908178" y="37424"/>
                  <a:pt x="909969" y="35633"/>
                  <a:pt x="912043" y="33371"/>
                </a:cubicBezTo>
                <a:cubicBezTo>
                  <a:pt x="907518" y="28940"/>
                  <a:pt x="902899" y="24510"/>
                  <a:pt x="897997" y="19796"/>
                </a:cubicBezTo>
                <a:cubicBezTo>
                  <a:pt x="902711" y="15083"/>
                  <a:pt x="907236" y="10747"/>
                  <a:pt x="911855" y="6222"/>
                </a:cubicBezTo>
                <a:cubicBezTo>
                  <a:pt x="909969" y="4336"/>
                  <a:pt x="908178" y="2545"/>
                  <a:pt x="905916" y="189"/>
                </a:cubicBezTo>
                <a:cubicBezTo>
                  <a:pt x="901485" y="4902"/>
                  <a:pt x="897149" y="9615"/>
                  <a:pt x="892247" y="14800"/>
                </a:cubicBezTo>
                <a:cubicBezTo>
                  <a:pt x="887534" y="9804"/>
                  <a:pt x="883197" y="5279"/>
                  <a:pt x="878955" y="660"/>
                </a:cubicBezTo>
                <a:cubicBezTo>
                  <a:pt x="876976" y="2545"/>
                  <a:pt x="875279" y="4242"/>
                  <a:pt x="873016" y="6410"/>
                </a:cubicBezTo>
                <a:cubicBezTo>
                  <a:pt x="877635" y="10935"/>
                  <a:pt x="882160" y="15366"/>
                  <a:pt x="887157" y="20173"/>
                </a:cubicBezTo>
                <a:close/>
                <a:moveTo>
                  <a:pt x="588044" y="584273"/>
                </a:moveTo>
                <a:cubicBezTo>
                  <a:pt x="585970" y="586159"/>
                  <a:pt x="584085" y="587856"/>
                  <a:pt x="581728" y="590118"/>
                </a:cubicBezTo>
                <a:cubicBezTo>
                  <a:pt x="586536" y="594643"/>
                  <a:pt x="591061" y="599073"/>
                  <a:pt x="595868" y="603598"/>
                </a:cubicBezTo>
                <a:cubicBezTo>
                  <a:pt x="591155" y="608217"/>
                  <a:pt x="586630" y="612648"/>
                  <a:pt x="582105" y="617079"/>
                </a:cubicBezTo>
                <a:cubicBezTo>
                  <a:pt x="583991" y="618964"/>
                  <a:pt x="585782" y="620755"/>
                  <a:pt x="587761" y="622829"/>
                </a:cubicBezTo>
                <a:cubicBezTo>
                  <a:pt x="592192" y="618210"/>
                  <a:pt x="596528" y="613685"/>
                  <a:pt x="601336" y="608689"/>
                </a:cubicBezTo>
                <a:cubicBezTo>
                  <a:pt x="606238" y="613685"/>
                  <a:pt x="610763" y="618210"/>
                  <a:pt x="615099" y="622640"/>
                </a:cubicBezTo>
                <a:cubicBezTo>
                  <a:pt x="617173" y="620661"/>
                  <a:pt x="618964" y="618964"/>
                  <a:pt x="621038" y="616984"/>
                </a:cubicBezTo>
                <a:cubicBezTo>
                  <a:pt x="616324" y="612365"/>
                  <a:pt x="611894" y="607935"/>
                  <a:pt x="606898" y="603127"/>
                </a:cubicBezTo>
                <a:cubicBezTo>
                  <a:pt x="611611" y="598508"/>
                  <a:pt x="616230" y="594077"/>
                  <a:pt x="620378" y="590118"/>
                </a:cubicBezTo>
                <a:cubicBezTo>
                  <a:pt x="618587" y="587950"/>
                  <a:pt x="616984" y="585970"/>
                  <a:pt x="615005" y="583613"/>
                </a:cubicBezTo>
                <a:cubicBezTo>
                  <a:pt x="610291" y="588327"/>
                  <a:pt x="605955" y="592852"/>
                  <a:pt x="601242" y="597565"/>
                </a:cubicBezTo>
                <a:cubicBezTo>
                  <a:pt x="596717" y="592946"/>
                  <a:pt x="592286" y="588515"/>
                  <a:pt x="587950" y="584179"/>
                </a:cubicBezTo>
                <a:close/>
                <a:moveTo>
                  <a:pt x="305146" y="20362"/>
                </a:moveTo>
                <a:cubicBezTo>
                  <a:pt x="300432" y="24887"/>
                  <a:pt x="295907" y="29317"/>
                  <a:pt x="291665" y="33465"/>
                </a:cubicBezTo>
                <a:cubicBezTo>
                  <a:pt x="293456" y="35539"/>
                  <a:pt x="295153" y="37424"/>
                  <a:pt x="297133" y="39687"/>
                </a:cubicBezTo>
                <a:cubicBezTo>
                  <a:pt x="301752" y="34973"/>
                  <a:pt x="306183" y="30449"/>
                  <a:pt x="310896" y="25641"/>
                </a:cubicBezTo>
                <a:cubicBezTo>
                  <a:pt x="315515" y="30260"/>
                  <a:pt x="319946" y="34785"/>
                  <a:pt x="324471" y="39404"/>
                </a:cubicBezTo>
                <a:cubicBezTo>
                  <a:pt x="326356" y="37424"/>
                  <a:pt x="328147" y="35633"/>
                  <a:pt x="330409" y="33371"/>
                </a:cubicBezTo>
                <a:cubicBezTo>
                  <a:pt x="325790" y="28846"/>
                  <a:pt x="321171" y="24415"/>
                  <a:pt x="316269" y="19608"/>
                </a:cubicBezTo>
                <a:cubicBezTo>
                  <a:pt x="320983" y="14989"/>
                  <a:pt x="325413" y="10558"/>
                  <a:pt x="329750" y="6316"/>
                </a:cubicBezTo>
                <a:cubicBezTo>
                  <a:pt x="327959" y="4336"/>
                  <a:pt x="326356" y="2451"/>
                  <a:pt x="324188" y="0"/>
                </a:cubicBezTo>
                <a:cubicBezTo>
                  <a:pt x="319474" y="4808"/>
                  <a:pt x="315044" y="9333"/>
                  <a:pt x="309953" y="14423"/>
                </a:cubicBezTo>
                <a:cubicBezTo>
                  <a:pt x="305523" y="9710"/>
                  <a:pt x="301186" y="5090"/>
                  <a:pt x="296944" y="566"/>
                </a:cubicBezTo>
                <a:cubicBezTo>
                  <a:pt x="294965" y="2451"/>
                  <a:pt x="293268" y="4148"/>
                  <a:pt x="291005" y="6222"/>
                </a:cubicBezTo>
                <a:cubicBezTo>
                  <a:pt x="295625" y="10841"/>
                  <a:pt x="300149" y="15271"/>
                  <a:pt x="305051" y="20173"/>
                </a:cubicBezTo>
                <a:close/>
                <a:moveTo>
                  <a:pt x="911478" y="298076"/>
                </a:moveTo>
                <a:cubicBezTo>
                  <a:pt x="909781" y="296096"/>
                  <a:pt x="908084" y="294211"/>
                  <a:pt x="906104" y="291948"/>
                </a:cubicBezTo>
                <a:cubicBezTo>
                  <a:pt x="901485" y="296662"/>
                  <a:pt x="897055" y="301186"/>
                  <a:pt x="892341" y="305900"/>
                </a:cubicBezTo>
                <a:cubicBezTo>
                  <a:pt x="887816" y="301281"/>
                  <a:pt x="883386" y="296850"/>
                  <a:pt x="879144" y="292608"/>
                </a:cubicBezTo>
                <a:cubicBezTo>
                  <a:pt x="877070" y="294493"/>
                  <a:pt x="875184" y="296284"/>
                  <a:pt x="872828" y="298453"/>
                </a:cubicBezTo>
                <a:cubicBezTo>
                  <a:pt x="877541" y="303072"/>
                  <a:pt x="881972" y="307408"/>
                  <a:pt x="886779" y="312121"/>
                </a:cubicBezTo>
                <a:cubicBezTo>
                  <a:pt x="882349" y="316552"/>
                  <a:pt x="877824" y="320983"/>
                  <a:pt x="873393" y="325413"/>
                </a:cubicBezTo>
                <a:cubicBezTo>
                  <a:pt x="875184" y="327299"/>
                  <a:pt x="876881" y="329090"/>
                  <a:pt x="879144" y="331446"/>
                </a:cubicBezTo>
                <a:cubicBezTo>
                  <a:pt x="883763" y="326733"/>
                  <a:pt x="888194" y="322208"/>
                  <a:pt x="893190" y="317023"/>
                </a:cubicBezTo>
                <a:cubicBezTo>
                  <a:pt x="897809" y="321737"/>
                  <a:pt x="902239" y="326167"/>
                  <a:pt x="906199" y="330315"/>
                </a:cubicBezTo>
                <a:cubicBezTo>
                  <a:pt x="908084" y="328713"/>
                  <a:pt x="910064" y="327110"/>
                  <a:pt x="912043" y="325413"/>
                </a:cubicBezTo>
                <a:cubicBezTo>
                  <a:pt x="907424" y="320888"/>
                  <a:pt x="902994" y="316458"/>
                  <a:pt x="897903" y="311462"/>
                </a:cubicBezTo>
                <a:cubicBezTo>
                  <a:pt x="902805" y="306654"/>
                  <a:pt x="907330" y="302223"/>
                  <a:pt x="911478" y="298076"/>
                </a:cubicBezTo>
                <a:close/>
                <a:moveTo>
                  <a:pt x="872828" y="590024"/>
                </a:moveTo>
                <a:cubicBezTo>
                  <a:pt x="877541" y="594454"/>
                  <a:pt x="882160" y="598885"/>
                  <a:pt x="887157" y="603598"/>
                </a:cubicBezTo>
                <a:cubicBezTo>
                  <a:pt x="882349" y="608312"/>
                  <a:pt x="877824" y="612742"/>
                  <a:pt x="873393" y="617079"/>
                </a:cubicBezTo>
                <a:cubicBezTo>
                  <a:pt x="875184" y="618964"/>
                  <a:pt x="876881" y="620849"/>
                  <a:pt x="878955" y="623018"/>
                </a:cubicBezTo>
                <a:cubicBezTo>
                  <a:pt x="883480" y="618304"/>
                  <a:pt x="887816" y="613779"/>
                  <a:pt x="892530" y="608972"/>
                </a:cubicBezTo>
                <a:cubicBezTo>
                  <a:pt x="897243" y="613874"/>
                  <a:pt x="901580" y="618398"/>
                  <a:pt x="905916" y="622923"/>
                </a:cubicBezTo>
                <a:cubicBezTo>
                  <a:pt x="908178" y="620755"/>
                  <a:pt x="910064" y="618964"/>
                  <a:pt x="912326" y="616796"/>
                </a:cubicBezTo>
                <a:cubicBezTo>
                  <a:pt x="907613" y="612271"/>
                  <a:pt x="903088" y="607840"/>
                  <a:pt x="897903" y="602844"/>
                </a:cubicBezTo>
                <a:cubicBezTo>
                  <a:pt x="902617" y="598319"/>
                  <a:pt x="907236" y="593983"/>
                  <a:pt x="911478" y="590024"/>
                </a:cubicBezTo>
                <a:cubicBezTo>
                  <a:pt x="909687" y="587950"/>
                  <a:pt x="907990" y="586064"/>
                  <a:pt x="905916" y="583708"/>
                </a:cubicBezTo>
                <a:cubicBezTo>
                  <a:pt x="901391" y="588421"/>
                  <a:pt x="896960" y="592946"/>
                  <a:pt x="892341" y="597754"/>
                </a:cubicBezTo>
                <a:cubicBezTo>
                  <a:pt x="887722" y="593135"/>
                  <a:pt x="883386" y="588610"/>
                  <a:pt x="878861" y="584085"/>
                </a:cubicBezTo>
                <a:cubicBezTo>
                  <a:pt x="876881" y="586064"/>
                  <a:pt x="875184" y="587856"/>
                  <a:pt x="872828" y="590118"/>
                </a:cubicBezTo>
                <a:close/>
              </a:path>
            </a:pathLst>
          </a:custGeom>
          <a:solidFill>
            <a:schemeClr val="accent2"/>
          </a:solidFill>
          <a:ln w="94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59EFA-7A7C-F3CF-3672-C5CE04BA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009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 Diagonal Corner Rectangle 15">
            <a:extLst>
              <a:ext uri="{FF2B5EF4-FFF2-40B4-BE49-F238E27FC236}">
                <a16:creationId xmlns:a16="http://schemas.microsoft.com/office/drawing/2014/main" id="{57BDDC64-B49D-A9AB-2F9B-DCD2B285941D}"/>
              </a:ext>
            </a:extLst>
          </p:cNvPr>
          <p:cNvSpPr/>
          <p:nvPr userDrawn="1"/>
        </p:nvSpPr>
        <p:spPr>
          <a:xfrm>
            <a:off x="381000" y="1942085"/>
            <a:ext cx="3117039" cy="4651513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9A0426A1-FDB7-49DE-94AB-7F39830B81EB}"/>
              </a:ext>
            </a:extLst>
          </p:cNvPr>
          <p:cNvSpPr/>
          <p:nvPr userDrawn="1"/>
        </p:nvSpPr>
        <p:spPr>
          <a:xfrm>
            <a:off x="3698114" y="1942085"/>
            <a:ext cx="6746665" cy="3821901"/>
          </a:xfrm>
          <a:custGeom>
            <a:avLst/>
            <a:gdLst>
              <a:gd name="connsiteX0" fmla="*/ 482196 w 6746665"/>
              <a:gd name="connsiteY0" fmla="*/ 0 h 3821901"/>
              <a:gd name="connsiteX1" fmla="*/ 2893121 w 6746665"/>
              <a:gd name="connsiteY1" fmla="*/ 0 h 3821901"/>
              <a:gd name="connsiteX2" fmla="*/ 2893121 w 6746665"/>
              <a:gd name="connsiteY2" fmla="*/ 0 h 3821901"/>
              <a:gd name="connsiteX3" fmla="*/ 3742207 w 6746665"/>
              <a:gd name="connsiteY3" fmla="*/ 0 h 3821901"/>
              <a:gd name="connsiteX4" fmla="*/ 3742207 w 6746665"/>
              <a:gd name="connsiteY4" fmla="*/ 0 h 3821901"/>
              <a:gd name="connsiteX5" fmla="*/ 4335740 w 6746665"/>
              <a:gd name="connsiteY5" fmla="*/ 0 h 3821901"/>
              <a:gd name="connsiteX6" fmla="*/ 5473036 w 6746665"/>
              <a:gd name="connsiteY6" fmla="*/ 0 h 3821901"/>
              <a:gd name="connsiteX7" fmla="*/ 6746665 w 6746665"/>
              <a:gd name="connsiteY7" fmla="*/ 0 h 3821901"/>
              <a:gd name="connsiteX8" fmla="*/ 6746665 w 6746665"/>
              <a:gd name="connsiteY8" fmla="*/ 3339705 h 3821901"/>
              <a:gd name="connsiteX9" fmla="*/ 6264469 w 6746665"/>
              <a:gd name="connsiteY9" fmla="*/ 3821901 h 3821901"/>
              <a:gd name="connsiteX10" fmla="*/ 4990840 w 6746665"/>
              <a:gd name="connsiteY10" fmla="*/ 3821901 h 3821901"/>
              <a:gd name="connsiteX11" fmla="*/ 3853544 w 6746665"/>
              <a:gd name="connsiteY11" fmla="*/ 3821901 h 3821901"/>
              <a:gd name="connsiteX12" fmla="*/ 3260011 w 6746665"/>
              <a:gd name="connsiteY12" fmla="*/ 3821901 h 3821901"/>
              <a:gd name="connsiteX13" fmla="*/ 2579915 w 6746665"/>
              <a:gd name="connsiteY13" fmla="*/ 3821901 h 3821901"/>
              <a:gd name="connsiteX14" fmla="*/ 2410925 w 6746665"/>
              <a:gd name="connsiteY14" fmla="*/ 3821901 h 3821901"/>
              <a:gd name="connsiteX15" fmla="*/ 849086 w 6746665"/>
              <a:gd name="connsiteY15" fmla="*/ 3821901 h 3821901"/>
              <a:gd name="connsiteX16" fmla="*/ 0 w 6746665"/>
              <a:gd name="connsiteY16" fmla="*/ 3821901 h 3821901"/>
              <a:gd name="connsiteX17" fmla="*/ 0 w 6746665"/>
              <a:gd name="connsiteY17" fmla="*/ 482196 h 3821901"/>
              <a:gd name="connsiteX18" fmla="*/ 482196 w 6746665"/>
              <a:gd name="connsiteY18" fmla="*/ 0 h 3821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746665" h="3821901">
                <a:moveTo>
                  <a:pt x="482196" y="0"/>
                </a:moveTo>
                <a:lnTo>
                  <a:pt x="2893121" y="0"/>
                </a:lnTo>
                <a:lnTo>
                  <a:pt x="2893121" y="0"/>
                </a:lnTo>
                <a:lnTo>
                  <a:pt x="3742207" y="0"/>
                </a:lnTo>
                <a:lnTo>
                  <a:pt x="3742207" y="0"/>
                </a:lnTo>
                <a:lnTo>
                  <a:pt x="4335740" y="0"/>
                </a:lnTo>
                <a:lnTo>
                  <a:pt x="5473036" y="0"/>
                </a:lnTo>
                <a:lnTo>
                  <a:pt x="6746665" y="0"/>
                </a:lnTo>
                <a:lnTo>
                  <a:pt x="6746665" y="3339705"/>
                </a:lnTo>
                <a:cubicBezTo>
                  <a:pt x="6746665" y="3606014"/>
                  <a:pt x="6530778" y="3821901"/>
                  <a:pt x="6264469" y="3821901"/>
                </a:cubicBezTo>
                <a:lnTo>
                  <a:pt x="4990840" y="3821901"/>
                </a:lnTo>
                <a:lnTo>
                  <a:pt x="3853544" y="3821901"/>
                </a:lnTo>
                <a:lnTo>
                  <a:pt x="3260011" y="3821901"/>
                </a:lnTo>
                <a:lnTo>
                  <a:pt x="2579915" y="3821901"/>
                </a:lnTo>
                <a:lnTo>
                  <a:pt x="2410925" y="3821901"/>
                </a:lnTo>
                <a:lnTo>
                  <a:pt x="849086" y="3821901"/>
                </a:lnTo>
                <a:lnTo>
                  <a:pt x="0" y="3821901"/>
                </a:lnTo>
                <a:lnTo>
                  <a:pt x="0" y="482196"/>
                </a:lnTo>
                <a:cubicBezTo>
                  <a:pt x="0" y="215887"/>
                  <a:pt x="215887" y="0"/>
                  <a:pt x="482196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3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D5138-204B-911B-7797-063BD47D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04F85528-7667-1E46-8111-8E661B15A7D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A73D1-79A6-8394-AA08-8A9E2DCF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623F1-C763-C35F-8E33-378F8304B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B64E5A5C-448A-9825-F687-827538B06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422172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E477264-934E-B474-FE17-B87FBCA4C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166385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9A33B6D-6075-DF7B-FF88-F7D0BDE963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91679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C31E863A-DA0F-3221-E963-EB0AD9F010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0" y="4661212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CC55AFB9-3F9E-1BC0-B83C-8E42F84E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6349" y="2527928"/>
            <a:ext cx="5102680" cy="5143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BB7B178D-5178-0A7C-5CBE-A4FDDE7E7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6349" y="3264852"/>
            <a:ext cx="5102680" cy="5143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F919270-1DE2-87A4-35AE-C9CBC906FA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6349" y="4011766"/>
            <a:ext cx="5102680" cy="5143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46DE7C1-1781-1B7E-11BA-B00418D950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349" y="4748894"/>
            <a:ext cx="5102680" cy="51434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A25D78-EA05-8E9B-4FC0-23A07C7CF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98039" y="4948397"/>
            <a:ext cx="658235" cy="0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73CB3B-4BBE-013A-4914-F39D1387E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98039" y="4204823"/>
            <a:ext cx="658235" cy="0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0D5AC5-7722-2947-768E-26CA2EDD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98039" y="3454974"/>
            <a:ext cx="658235" cy="0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9FBABEB-436F-2ED5-B871-7E19F9D0F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98039" y="2710483"/>
            <a:ext cx="658235" cy="0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08A99-306C-9629-0430-1CA12CBB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8066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64BFCBE4-B90D-3C70-59B4-4DFBB7ADB733}"/>
              </a:ext>
            </a:extLst>
          </p:cNvPr>
          <p:cNvSpPr/>
          <p:nvPr userDrawn="1"/>
        </p:nvSpPr>
        <p:spPr>
          <a:xfrm>
            <a:off x="0" y="1"/>
            <a:ext cx="5274366" cy="3429000"/>
          </a:xfrm>
          <a:custGeom>
            <a:avLst/>
            <a:gdLst>
              <a:gd name="connsiteX0" fmla="*/ 0 w 5274366"/>
              <a:gd name="connsiteY0" fmla="*/ 0 h 3429000"/>
              <a:gd name="connsiteX1" fmla="*/ 4702854 w 5274366"/>
              <a:gd name="connsiteY1" fmla="*/ 0 h 3429000"/>
              <a:gd name="connsiteX2" fmla="*/ 5274366 w 5274366"/>
              <a:gd name="connsiteY2" fmla="*/ 571511 h 3429000"/>
              <a:gd name="connsiteX3" fmla="*/ 5274366 w 5274366"/>
              <a:gd name="connsiteY3" fmla="*/ 3429000 h 3429000"/>
              <a:gd name="connsiteX4" fmla="*/ 0 w 5274366"/>
              <a:gd name="connsiteY4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4366" h="3429000">
                <a:moveTo>
                  <a:pt x="0" y="0"/>
                </a:moveTo>
                <a:lnTo>
                  <a:pt x="4702854" y="0"/>
                </a:lnTo>
                <a:cubicBezTo>
                  <a:pt x="5018491" y="0"/>
                  <a:pt x="5274366" y="255874"/>
                  <a:pt x="5274366" y="571511"/>
                </a:cubicBezTo>
                <a:lnTo>
                  <a:pt x="5274366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D680E6-26EF-0023-5316-3BCDCDDDFB8C}"/>
              </a:ext>
            </a:extLst>
          </p:cNvPr>
          <p:cNvSpPr/>
          <p:nvPr userDrawn="1"/>
        </p:nvSpPr>
        <p:spPr>
          <a:xfrm>
            <a:off x="592667" y="558800"/>
            <a:ext cx="10761133" cy="5618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D2346939-73ED-4BD0-9B7E-FDFE1E942D17}"/>
              </a:ext>
            </a:extLst>
          </p:cNvPr>
          <p:cNvSpPr/>
          <p:nvPr userDrawn="1"/>
        </p:nvSpPr>
        <p:spPr>
          <a:xfrm>
            <a:off x="7491803" y="5864459"/>
            <a:ext cx="8181194" cy="135920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F5514-3F47-0C9C-9AD7-AFD1FE880F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Oswa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57FB3-70D5-7DA4-A11B-9A5664148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5874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Oswald" pitchFamily="2" charset="77"/>
              </a:defRPr>
            </a:lvl1pPr>
            <a:lvl2pPr>
              <a:defRPr sz="1800">
                <a:solidFill>
                  <a:schemeClr val="bg1"/>
                </a:solidFill>
                <a:latin typeface="Oswald" pitchFamily="2" charset="77"/>
              </a:defRPr>
            </a:lvl2pPr>
            <a:lvl3pPr>
              <a:defRPr sz="1600">
                <a:solidFill>
                  <a:schemeClr val="bg1"/>
                </a:solidFill>
                <a:latin typeface="Oswald" pitchFamily="2" charset="77"/>
              </a:defRPr>
            </a:lvl3pPr>
            <a:lvl4pPr>
              <a:defRPr sz="1400">
                <a:solidFill>
                  <a:schemeClr val="bg1"/>
                </a:solidFill>
                <a:latin typeface="Oswald" pitchFamily="2" charset="77"/>
              </a:defRPr>
            </a:lvl4pPr>
            <a:lvl5pPr>
              <a:defRPr sz="1400">
                <a:solidFill>
                  <a:schemeClr val="bg1"/>
                </a:solidFill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9D676-54F3-C077-56F4-907DD78FDAC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Oswald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B3973-833E-1126-A0D9-B347B3A87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5874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Oswald" pitchFamily="2" charset="77"/>
              </a:defRPr>
            </a:lvl1pPr>
            <a:lvl2pPr>
              <a:defRPr sz="1800">
                <a:solidFill>
                  <a:schemeClr val="bg1"/>
                </a:solidFill>
                <a:latin typeface="Oswald" pitchFamily="2" charset="77"/>
              </a:defRPr>
            </a:lvl2pPr>
            <a:lvl3pPr>
              <a:defRPr sz="1600">
                <a:solidFill>
                  <a:schemeClr val="bg1"/>
                </a:solidFill>
                <a:latin typeface="Oswald" pitchFamily="2" charset="77"/>
              </a:defRPr>
            </a:lvl3pPr>
            <a:lvl4pPr>
              <a:defRPr sz="1400">
                <a:solidFill>
                  <a:schemeClr val="bg1"/>
                </a:solidFill>
                <a:latin typeface="Oswald" pitchFamily="2" charset="77"/>
              </a:defRPr>
            </a:lvl4pPr>
            <a:lvl5pPr>
              <a:defRPr sz="1400">
                <a:solidFill>
                  <a:schemeClr val="bg1"/>
                </a:solidFill>
                <a:latin typeface="Oswa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3BA20-4333-CEE9-0870-6AEAD0DB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04F85528-7667-1E46-8111-8E661B15A7D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2A7E9-8D26-30BF-EE5E-0920A52E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FC5DF-E300-9F54-FD16-B363E8CE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8FE4B-44C5-ECAD-D03B-DABB5E66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3415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70274EC4-E852-4E40-4F9C-BB45BF1C334C}"/>
              </a:ext>
            </a:extLst>
          </p:cNvPr>
          <p:cNvSpPr/>
          <p:nvPr userDrawn="1"/>
        </p:nvSpPr>
        <p:spPr>
          <a:xfrm>
            <a:off x="0" y="1"/>
            <a:ext cx="5274366" cy="3429000"/>
          </a:xfrm>
          <a:custGeom>
            <a:avLst/>
            <a:gdLst>
              <a:gd name="connsiteX0" fmla="*/ 0 w 5274366"/>
              <a:gd name="connsiteY0" fmla="*/ 0 h 3429000"/>
              <a:gd name="connsiteX1" fmla="*/ 4702854 w 5274366"/>
              <a:gd name="connsiteY1" fmla="*/ 0 h 3429000"/>
              <a:gd name="connsiteX2" fmla="*/ 5274366 w 5274366"/>
              <a:gd name="connsiteY2" fmla="*/ 571511 h 3429000"/>
              <a:gd name="connsiteX3" fmla="*/ 5274366 w 5274366"/>
              <a:gd name="connsiteY3" fmla="*/ 3429000 h 3429000"/>
              <a:gd name="connsiteX4" fmla="*/ 0 w 5274366"/>
              <a:gd name="connsiteY4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74366" h="3429000">
                <a:moveTo>
                  <a:pt x="0" y="0"/>
                </a:moveTo>
                <a:lnTo>
                  <a:pt x="4702854" y="0"/>
                </a:lnTo>
                <a:cubicBezTo>
                  <a:pt x="5018491" y="0"/>
                  <a:pt x="5274366" y="255874"/>
                  <a:pt x="5274366" y="571511"/>
                </a:cubicBezTo>
                <a:lnTo>
                  <a:pt x="5274366" y="3429000"/>
                </a:lnTo>
                <a:lnTo>
                  <a:pt x="0" y="34290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0623D3-C3C2-7973-3AF0-75A735190666}"/>
              </a:ext>
            </a:extLst>
          </p:cNvPr>
          <p:cNvSpPr/>
          <p:nvPr userDrawn="1"/>
        </p:nvSpPr>
        <p:spPr>
          <a:xfrm>
            <a:off x="592667" y="558800"/>
            <a:ext cx="10761133" cy="56181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4" name="Round Diagonal Corner Rectangle 13">
            <a:extLst>
              <a:ext uri="{FF2B5EF4-FFF2-40B4-BE49-F238E27FC236}">
                <a16:creationId xmlns:a16="http://schemas.microsoft.com/office/drawing/2014/main" id="{7B0D322D-63FA-5A06-5F21-D064321A3600}"/>
              </a:ext>
            </a:extLst>
          </p:cNvPr>
          <p:cNvSpPr/>
          <p:nvPr userDrawn="1"/>
        </p:nvSpPr>
        <p:spPr>
          <a:xfrm>
            <a:off x="7491803" y="5864459"/>
            <a:ext cx="8181194" cy="135920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1FCD0-5454-0121-1DDB-9A8862B8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04F85528-7667-1E46-8111-8E661B15A7D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1C240-2CEE-BE8A-8CD6-3A60FB97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775B4-B7B2-9DE4-81CE-BE87A26A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B40D38F-CF40-6542-AE46-FC2D631B0D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1896403"/>
            <a:ext cx="328737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7B94411-EE1B-C03C-ECA6-2C4902E5D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954073"/>
            <a:ext cx="3287379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FA7392-094B-A613-86FB-A9E944F2363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44215" y="1896403"/>
            <a:ext cx="330356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8ACE00C-9CB9-DC00-4643-DA904CA9A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4215" y="2954073"/>
            <a:ext cx="3303569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013688-DF31-3EE2-D370-36B3288E68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1896403"/>
            <a:ext cx="328737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F083F95-2FCF-68CA-C819-D4BE0495B34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2954073"/>
            <a:ext cx="3287379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  <a:latin typeface="Oswald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7A06B92A-6F20-7580-65D4-DE461509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1787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07710166-67CC-C22C-5121-796A006B24D5}"/>
              </a:ext>
            </a:extLst>
          </p:cNvPr>
          <p:cNvSpPr/>
          <p:nvPr userDrawn="1"/>
        </p:nvSpPr>
        <p:spPr>
          <a:xfrm>
            <a:off x="8361696" y="0"/>
            <a:ext cx="3890713" cy="5891021"/>
          </a:xfrm>
          <a:custGeom>
            <a:avLst/>
            <a:gdLst>
              <a:gd name="connsiteX0" fmla="*/ 0 w 3890713"/>
              <a:gd name="connsiteY0" fmla="*/ 0 h 5891021"/>
              <a:gd name="connsiteX1" fmla="*/ 1564105 w 3890713"/>
              <a:gd name="connsiteY1" fmla="*/ 0 h 5891021"/>
              <a:gd name="connsiteX2" fmla="*/ 2326608 w 3890713"/>
              <a:gd name="connsiteY2" fmla="*/ 0 h 5891021"/>
              <a:gd name="connsiteX3" fmla="*/ 3890713 w 3890713"/>
              <a:gd name="connsiteY3" fmla="*/ 0 h 5891021"/>
              <a:gd name="connsiteX4" fmla="*/ 3890713 w 3890713"/>
              <a:gd name="connsiteY4" fmla="*/ 5891021 h 5891021"/>
              <a:gd name="connsiteX5" fmla="*/ 2326608 w 3890713"/>
              <a:gd name="connsiteY5" fmla="*/ 5891021 h 5891021"/>
              <a:gd name="connsiteX6" fmla="*/ 1951881 w 3890713"/>
              <a:gd name="connsiteY6" fmla="*/ 5891021 h 5891021"/>
              <a:gd name="connsiteX7" fmla="*/ 387776 w 3890713"/>
              <a:gd name="connsiteY7" fmla="*/ 5891021 h 5891021"/>
              <a:gd name="connsiteX8" fmla="*/ 0 w 3890713"/>
              <a:gd name="connsiteY8" fmla="*/ 5531173 h 5891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90713" h="5891021">
                <a:moveTo>
                  <a:pt x="0" y="0"/>
                </a:moveTo>
                <a:lnTo>
                  <a:pt x="1564105" y="0"/>
                </a:lnTo>
                <a:lnTo>
                  <a:pt x="2326608" y="0"/>
                </a:lnTo>
                <a:lnTo>
                  <a:pt x="3890713" y="0"/>
                </a:lnTo>
                <a:lnTo>
                  <a:pt x="3890713" y="5891021"/>
                </a:lnTo>
                <a:lnTo>
                  <a:pt x="2326608" y="5891021"/>
                </a:lnTo>
                <a:lnTo>
                  <a:pt x="1951881" y="5891021"/>
                </a:lnTo>
                <a:lnTo>
                  <a:pt x="387776" y="5891021"/>
                </a:lnTo>
                <a:cubicBezTo>
                  <a:pt x="173612" y="5891021"/>
                  <a:pt x="0" y="5729912"/>
                  <a:pt x="0" y="5531173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344F6AA8-8BED-CB6B-63FF-B754E514113E}"/>
              </a:ext>
            </a:extLst>
          </p:cNvPr>
          <p:cNvSpPr/>
          <p:nvPr userDrawn="1"/>
        </p:nvSpPr>
        <p:spPr>
          <a:xfrm>
            <a:off x="1349975" y="4814592"/>
            <a:ext cx="8181194" cy="1359204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BD8576-B04F-A05C-56AC-C37CFC0A2118}"/>
              </a:ext>
            </a:extLst>
          </p:cNvPr>
          <p:cNvSpPr/>
          <p:nvPr userDrawn="1"/>
        </p:nvSpPr>
        <p:spPr>
          <a:xfrm>
            <a:off x="2209800" y="4685458"/>
            <a:ext cx="277000" cy="276999"/>
          </a:xfrm>
          <a:prstGeom prst="ellipse">
            <a:avLst/>
          </a:prstGeom>
          <a:solidFill>
            <a:schemeClr val="tx1"/>
          </a:solidFill>
          <a:ln w="635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2" name="Graphic 52">
            <a:extLst>
              <a:ext uri="{FF2B5EF4-FFF2-40B4-BE49-F238E27FC236}">
                <a16:creationId xmlns:a16="http://schemas.microsoft.com/office/drawing/2014/main" id="{0B11035F-2A6A-1B83-1546-56B12D93A852}"/>
              </a:ext>
            </a:extLst>
          </p:cNvPr>
          <p:cNvSpPr/>
          <p:nvPr userDrawn="1"/>
        </p:nvSpPr>
        <p:spPr>
          <a:xfrm>
            <a:off x="8154437" y="3528917"/>
            <a:ext cx="912326" cy="915154"/>
          </a:xfrm>
          <a:custGeom>
            <a:avLst/>
            <a:gdLst>
              <a:gd name="connsiteX0" fmla="*/ 587573 w 912326"/>
              <a:gd name="connsiteY0" fmla="*/ 914871 h 915154"/>
              <a:gd name="connsiteX1" fmla="*/ 582199 w 912326"/>
              <a:gd name="connsiteY1" fmla="*/ 909215 h 915154"/>
              <a:gd name="connsiteX2" fmla="*/ 596151 w 912326"/>
              <a:gd name="connsiteY2" fmla="*/ 895546 h 915154"/>
              <a:gd name="connsiteX3" fmla="*/ 582011 w 912326"/>
              <a:gd name="connsiteY3" fmla="*/ 881689 h 915154"/>
              <a:gd name="connsiteX4" fmla="*/ 588044 w 912326"/>
              <a:gd name="connsiteY4" fmla="*/ 876316 h 915154"/>
              <a:gd name="connsiteX5" fmla="*/ 601147 w 912326"/>
              <a:gd name="connsiteY5" fmla="*/ 889890 h 915154"/>
              <a:gd name="connsiteX6" fmla="*/ 614910 w 912326"/>
              <a:gd name="connsiteY6" fmla="*/ 875750 h 915154"/>
              <a:gd name="connsiteX7" fmla="*/ 620944 w 912326"/>
              <a:gd name="connsiteY7" fmla="*/ 882066 h 915154"/>
              <a:gd name="connsiteX8" fmla="*/ 607463 w 912326"/>
              <a:gd name="connsiteY8" fmla="*/ 895264 h 915154"/>
              <a:gd name="connsiteX9" fmla="*/ 621321 w 912326"/>
              <a:gd name="connsiteY9" fmla="*/ 909027 h 915154"/>
              <a:gd name="connsiteX10" fmla="*/ 615476 w 912326"/>
              <a:gd name="connsiteY10" fmla="*/ 914400 h 915154"/>
              <a:gd name="connsiteX11" fmla="*/ 602844 w 912326"/>
              <a:gd name="connsiteY11" fmla="*/ 901485 h 915154"/>
              <a:gd name="connsiteX12" fmla="*/ 588327 w 912326"/>
              <a:gd name="connsiteY12" fmla="*/ 914966 h 915154"/>
              <a:gd name="connsiteX13" fmla="*/ 587761 w 912326"/>
              <a:gd name="connsiteY13" fmla="*/ 914966 h 915154"/>
              <a:gd name="connsiteX14" fmla="*/ 878861 w 912326"/>
              <a:gd name="connsiteY14" fmla="*/ 914871 h 915154"/>
              <a:gd name="connsiteX15" fmla="*/ 892341 w 912326"/>
              <a:gd name="connsiteY15" fmla="*/ 901768 h 915154"/>
              <a:gd name="connsiteX16" fmla="*/ 906104 w 912326"/>
              <a:gd name="connsiteY16" fmla="*/ 914871 h 915154"/>
              <a:gd name="connsiteX17" fmla="*/ 906670 w 912326"/>
              <a:gd name="connsiteY17" fmla="*/ 914871 h 915154"/>
              <a:gd name="connsiteX18" fmla="*/ 912138 w 912326"/>
              <a:gd name="connsiteY18" fmla="*/ 908744 h 915154"/>
              <a:gd name="connsiteX19" fmla="*/ 898280 w 912326"/>
              <a:gd name="connsiteY19" fmla="*/ 895169 h 915154"/>
              <a:gd name="connsiteX20" fmla="*/ 911666 w 912326"/>
              <a:gd name="connsiteY20" fmla="*/ 881972 h 915154"/>
              <a:gd name="connsiteX21" fmla="*/ 905916 w 912326"/>
              <a:gd name="connsiteY21" fmla="*/ 875467 h 915154"/>
              <a:gd name="connsiteX22" fmla="*/ 892247 w 912326"/>
              <a:gd name="connsiteY22" fmla="*/ 889796 h 915154"/>
              <a:gd name="connsiteX23" fmla="*/ 878672 w 912326"/>
              <a:gd name="connsiteY23" fmla="*/ 875939 h 915154"/>
              <a:gd name="connsiteX24" fmla="*/ 872828 w 912326"/>
              <a:gd name="connsiteY24" fmla="*/ 881878 h 915154"/>
              <a:gd name="connsiteX25" fmla="*/ 886874 w 912326"/>
              <a:gd name="connsiteY25" fmla="*/ 895735 h 915154"/>
              <a:gd name="connsiteX26" fmla="*/ 873111 w 912326"/>
              <a:gd name="connsiteY26" fmla="*/ 909121 h 915154"/>
              <a:gd name="connsiteX27" fmla="*/ 878201 w 912326"/>
              <a:gd name="connsiteY27" fmla="*/ 914966 h 915154"/>
              <a:gd name="connsiteX28" fmla="*/ 878767 w 912326"/>
              <a:gd name="connsiteY28" fmla="*/ 914966 h 915154"/>
              <a:gd name="connsiteX29" fmla="*/ 6222 w 912326"/>
              <a:gd name="connsiteY29" fmla="*/ 914871 h 915154"/>
              <a:gd name="connsiteX30" fmla="*/ 20362 w 912326"/>
              <a:gd name="connsiteY30" fmla="*/ 901297 h 915154"/>
              <a:gd name="connsiteX31" fmla="*/ 33654 w 912326"/>
              <a:gd name="connsiteY31" fmla="*/ 914683 h 915154"/>
              <a:gd name="connsiteX32" fmla="*/ 39404 w 912326"/>
              <a:gd name="connsiteY32" fmla="*/ 908744 h 915154"/>
              <a:gd name="connsiteX33" fmla="*/ 25358 w 912326"/>
              <a:gd name="connsiteY33" fmla="*/ 895075 h 915154"/>
              <a:gd name="connsiteX34" fmla="*/ 38838 w 912326"/>
              <a:gd name="connsiteY34" fmla="*/ 881972 h 915154"/>
              <a:gd name="connsiteX35" fmla="*/ 32805 w 912326"/>
              <a:gd name="connsiteY35" fmla="*/ 875656 h 915154"/>
              <a:gd name="connsiteX36" fmla="*/ 19231 w 912326"/>
              <a:gd name="connsiteY36" fmla="*/ 889890 h 915154"/>
              <a:gd name="connsiteX37" fmla="*/ 6033 w 912326"/>
              <a:gd name="connsiteY37" fmla="*/ 876221 h 915154"/>
              <a:gd name="connsiteX38" fmla="*/ 283 w 912326"/>
              <a:gd name="connsiteY38" fmla="*/ 881689 h 915154"/>
              <a:gd name="connsiteX39" fmla="*/ 14329 w 912326"/>
              <a:gd name="connsiteY39" fmla="*/ 895546 h 915154"/>
              <a:gd name="connsiteX40" fmla="*/ 471 w 912326"/>
              <a:gd name="connsiteY40" fmla="*/ 909215 h 915154"/>
              <a:gd name="connsiteX41" fmla="*/ 5750 w 912326"/>
              <a:gd name="connsiteY41" fmla="*/ 914966 h 915154"/>
              <a:gd name="connsiteX42" fmla="*/ 6316 w 912326"/>
              <a:gd name="connsiteY42" fmla="*/ 914966 h 915154"/>
              <a:gd name="connsiteX43" fmla="*/ 324753 w 912326"/>
              <a:gd name="connsiteY43" fmla="*/ 914871 h 915154"/>
              <a:gd name="connsiteX44" fmla="*/ 330315 w 912326"/>
              <a:gd name="connsiteY44" fmla="*/ 908838 h 915154"/>
              <a:gd name="connsiteX45" fmla="*/ 316458 w 912326"/>
              <a:gd name="connsiteY45" fmla="*/ 895075 h 915154"/>
              <a:gd name="connsiteX46" fmla="*/ 330127 w 912326"/>
              <a:gd name="connsiteY46" fmla="*/ 881595 h 915154"/>
              <a:gd name="connsiteX47" fmla="*/ 324188 w 912326"/>
              <a:gd name="connsiteY47" fmla="*/ 875656 h 915154"/>
              <a:gd name="connsiteX48" fmla="*/ 310142 w 912326"/>
              <a:gd name="connsiteY48" fmla="*/ 889890 h 915154"/>
              <a:gd name="connsiteX49" fmla="*/ 296850 w 912326"/>
              <a:gd name="connsiteY49" fmla="*/ 876221 h 915154"/>
              <a:gd name="connsiteX50" fmla="*/ 291005 w 912326"/>
              <a:gd name="connsiteY50" fmla="*/ 881689 h 915154"/>
              <a:gd name="connsiteX51" fmla="*/ 305051 w 912326"/>
              <a:gd name="connsiteY51" fmla="*/ 895641 h 915154"/>
              <a:gd name="connsiteX52" fmla="*/ 291948 w 912326"/>
              <a:gd name="connsiteY52" fmla="*/ 908650 h 915154"/>
              <a:gd name="connsiteX53" fmla="*/ 297133 w 912326"/>
              <a:gd name="connsiteY53" fmla="*/ 915154 h 915154"/>
              <a:gd name="connsiteX54" fmla="*/ 310142 w 912326"/>
              <a:gd name="connsiteY54" fmla="*/ 901768 h 915154"/>
              <a:gd name="connsiteX55" fmla="*/ 324188 w 912326"/>
              <a:gd name="connsiteY55" fmla="*/ 914871 h 915154"/>
              <a:gd name="connsiteX56" fmla="*/ 324753 w 912326"/>
              <a:gd name="connsiteY56" fmla="*/ 914871 h 915154"/>
              <a:gd name="connsiteX57" fmla="*/ 595868 w 912326"/>
              <a:gd name="connsiteY57" fmla="*/ 20079 h 915154"/>
              <a:gd name="connsiteX58" fmla="*/ 582388 w 912326"/>
              <a:gd name="connsiteY58" fmla="*/ 33277 h 915154"/>
              <a:gd name="connsiteX59" fmla="*/ 588421 w 912326"/>
              <a:gd name="connsiteY59" fmla="*/ 39781 h 915154"/>
              <a:gd name="connsiteX60" fmla="*/ 601901 w 912326"/>
              <a:gd name="connsiteY60" fmla="*/ 25358 h 915154"/>
              <a:gd name="connsiteX61" fmla="*/ 615288 w 912326"/>
              <a:gd name="connsiteY61" fmla="*/ 39404 h 915154"/>
              <a:gd name="connsiteX62" fmla="*/ 621321 w 912326"/>
              <a:gd name="connsiteY62" fmla="*/ 33371 h 915154"/>
              <a:gd name="connsiteX63" fmla="*/ 607086 w 912326"/>
              <a:gd name="connsiteY63" fmla="*/ 19419 h 915154"/>
              <a:gd name="connsiteX64" fmla="*/ 620661 w 912326"/>
              <a:gd name="connsiteY64" fmla="*/ 6222 h 915154"/>
              <a:gd name="connsiteX65" fmla="*/ 615193 w 912326"/>
              <a:gd name="connsiteY65" fmla="*/ 377 h 915154"/>
              <a:gd name="connsiteX66" fmla="*/ 601242 w 912326"/>
              <a:gd name="connsiteY66" fmla="*/ 14612 h 915154"/>
              <a:gd name="connsiteX67" fmla="*/ 587667 w 912326"/>
              <a:gd name="connsiteY67" fmla="*/ 660 h 915154"/>
              <a:gd name="connsiteX68" fmla="*/ 581822 w 912326"/>
              <a:gd name="connsiteY68" fmla="*/ 6410 h 915154"/>
              <a:gd name="connsiteX69" fmla="*/ 595774 w 912326"/>
              <a:gd name="connsiteY69" fmla="*/ 20079 h 915154"/>
              <a:gd name="connsiteX70" fmla="*/ 39687 w 912326"/>
              <a:gd name="connsiteY70" fmla="*/ 325036 h 915154"/>
              <a:gd name="connsiteX71" fmla="*/ 25358 w 912326"/>
              <a:gd name="connsiteY71" fmla="*/ 311273 h 915154"/>
              <a:gd name="connsiteX72" fmla="*/ 38838 w 912326"/>
              <a:gd name="connsiteY72" fmla="*/ 297887 h 915154"/>
              <a:gd name="connsiteX73" fmla="*/ 33088 w 912326"/>
              <a:gd name="connsiteY73" fmla="*/ 291948 h 915154"/>
              <a:gd name="connsiteX74" fmla="*/ 19136 w 912326"/>
              <a:gd name="connsiteY74" fmla="*/ 306088 h 915154"/>
              <a:gd name="connsiteX75" fmla="*/ 5939 w 912326"/>
              <a:gd name="connsiteY75" fmla="*/ 292514 h 915154"/>
              <a:gd name="connsiteX76" fmla="*/ 0 w 912326"/>
              <a:gd name="connsiteY76" fmla="*/ 298264 h 915154"/>
              <a:gd name="connsiteX77" fmla="*/ 14234 w 912326"/>
              <a:gd name="connsiteY77" fmla="*/ 311933 h 915154"/>
              <a:gd name="connsiteX78" fmla="*/ 566 w 912326"/>
              <a:gd name="connsiteY78" fmla="*/ 325319 h 915154"/>
              <a:gd name="connsiteX79" fmla="*/ 6033 w 912326"/>
              <a:gd name="connsiteY79" fmla="*/ 331164 h 915154"/>
              <a:gd name="connsiteX80" fmla="*/ 19702 w 912326"/>
              <a:gd name="connsiteY80" fmla="*/ 317401 h 915154"/>
              <a:gd name="connsiteX81" fmla="*/ 33182 w 912326"/>
              <a:gd name="connsiteY81" fmla="*/ 331164 h 915154"/>
              <a:gd name="connsiteX82" fmla="*/ 39687 w 912326"/>
              <a:gd name="connsiteY82" fmla="*/ 325036 h 915154"/>
              <a:gd name="connsiteX83" fmla="*/ 329844 w 912326"/>
              <a:gd name="connsiteY83" fmla="*/ 298170 h 915154"/>
              <a:gd name="connsiteX84" fmla="*/ 324094 w 912326"/>
              <a:gd name="connsiteY84" fmla="*/ 291854 h 915154"/>
              <a:gd name="connsiteX85" fmla="*/ 310425 w 912326"/>
              <a:gd name="connsiteY85" fmla="*/ 306371 h 915154"/>
              <a:gd name="connsiteX86" fmla="*/ 296944 w 912326"/>
              <a:gd name="connsiteY86" fmla="*/ 292514 h 915154"/>
              <a:gd name="connsiteX87" fmla="*/ 291005 w 912326"/>
              <a:gd name="connsiteY87" fmla="*/ 298453 h 915154"/>
              <a:gd name="connsiteX88" fmla="*/ 305051 w 912326"/>
              <a:gd name="connsiteY88" fmla="*/ 312404 h 915154"/>
              <a:gd name="connsiteX89" fmla="*/ 291665 w 912326"/>
              <a:gd name="connsiteY89" fmla="*/ 325508 h 915154"/>
              <a:gd name="connsiteX90" fmla="*/ 297133 w 912326"/>
              <a:gd name="connsiteY90" fmla="*/ 331446 h 915154"/>
              <a:gd name="connsiteX91" fmla="*/ 310707 w 912326"/>
              <a:gd name="connsiteY91" fmla="*/ 317495 h 915154"/>
              <a:gd name="connsiteX92" fmla="*/ 323999 w 912326"/>
              <a:gd name="connsiteY92" fmla="*/ 331069 h 915154"/>
              <a:gd name="connsiteX93" fmla="*/ 330315 w 912326"/>
              <a:gd name="connsiteY93" fmla="*/ 325413 h 915154"/>
              <a:gd name="connsiteX94" fmla="*/ 316175 w 912326"/>
              <a:gd name="connsiteY94" fmla="*/ 311650 h 915154"/>
              <a:gd name="connsiteX95" fmla="*/ 329844 w 912326"/>
              <a:gd name="connsiteY95" fmla="*/ 298264 h 915154"/>
              <a:gd name="connsiteX96" fmla="*/ 19419 w 912326"/>
              <a:gd name="connsiteY96" fmla="*/ 598131 h 915154"/>
              <a:gd name="connsiteX97" fmla="*/ 6127 w 912326"/>
              <a:gd name="connsiteY97" fmla="*/ 584273 h 915154"/>
              <a:gd name="connsiteX98" fmla="*/ 283 w 912326"/>
              <a:gd name="connsiteY98" fmla="*/ 589929 h 915154"/>
              <a:gd name="connsiteX99" fmla="*/ 14329 w 912326"/>
              <a:gd name="connsiteY99" fmla="*/ 603504 h 915154"/>
              <a:gd name="connsiteX100" fmla="*/ 754 w 912326"/>
              <a:gd name="connsiteY100" fmla="*/ 616796 h 915154"/>
              <a:gd name="connsiteX101" fmla="*/ 6316 w 912326"/>
              <a:gd name="connsiteY101" fmla="*/ 623112 h 915154"/>
              <a:gd name="connsiteX102" fmla="*/ 20173 w 912326"/>
              <a:gd name="connsiteY102" fmla="*/ 609066 h 915154"/>
              <a:gd name="connsiteX103" fmla="*/ 33371 w 912326"/>
              <a:gd name="connsiteY103" fmla="*/ 622546 h 915154"/>
              <a:gd name="connsiteX104" fmla="*/ 39593 w 912326"/>
              <a:gd name="connsiteY104" fmla="*/ 616796 h 915154"/>
              <a:gd name="connsiteX105" fmla="*/ 25452 w 912326"/>
              <a:gd name="connsiteY105" fmla="*/ 603127 h 915154"/>
              <a:gd name="connsiteX106" fmla="*/ 39216 w 912326"/>
              <a:gd name="connsiteY106" fmla="*/ 589552 h 915154"/>
              <a:gd name="connsiteX107" fmla="*/ 33182 w 912326"/>
              <a:gd name="connsiteY107" fmla="*/ 583425 h 915154"/>
              <a:gd name="connsiteX108" fmla="*/ 19513 w 912326"/>
              <a:gd name="connsiteY108" fmla="*/ 598036 h 915154"/>
              <a:gd name="connsiteX109" fmla="*/ 297133 w 912326"/>
              <a:gd name="connsiteY109" fmla="*/ 584179 h 915154"/>
              <a:gd name="connsiteX110" fmla="*/ 291383 w 912326"/>
              <a:gd name="connsiteY110" fmla="*/ 589929 h 915154"/>
              <a:gd name="connsiteX111" fmla="*/ 305240 w 912326"/>
              <a:gd name="connsiteY111" fmla="*/ 603598 h 915154"/>
              <a:gd name="connsiteX112" fmla="*/ 291665 w 912326"/>
              <a:gd name="connsiteY112" fmla="*/ 616796 h 915154"/>
              <a:gd name="connsiteX113" fmla="*/ 297227 w 912326"/>
              <a:gd name="connsiteY113" fmla="*/ 622923 h 915154"/>
              <a:gd name="connsiteX114" fmla="*/ 310896 w 912326"/>
              <a:gd name="connsiteY114" fmla="*/ 609066 h 915154"/>
              <a:gd name="connsiteX115" fmla="*/ 324565 w 912326"/>
              <a:gd name="connsiteY115" fmla="*/ 622829 h 915154"/>
              <a:gd name="connsiteX116" fmla="*/ 330504 w 912326"/>
              <a:gd name="connsiteY116" fmla="*/ 616702 h 915154"/>
              <a:gd name="connsiteX117" fmla="*/ 316364 w 912326"/>
              <a:gd name="connsiteY117" fmla="*/ 603033 h 915154"/>
              <a:gd name="connsiteX118" fmla="*/ 330221 w 912326"/>
              <a:gd name="connsiteY118" fmla="*/ 589552 h 915154"/>
              <a:gd name="connsiteX119" fmla="*/ 324659 w 912326"/>
              <a:gd name="connsiteY119" fmla="*/ 583896 h 915154"/>
              <a:gd name="connsiteX120" fmla="*/ 310519 w 912326"/>
              <a:gd name="connsiteY120" fmla="*/ 598131 h 915154"/>
              <a:gd name="connsiteX121" fmla="*/ 297227 w 912326"/>
              <a:gd name="connsiteY121" fmla="*/ 584179 h 915154"/>
              <a:gd name="connsiteX122" fmla="*/ 19985 w 912326"/>
              <a:gd name="connsiteY122" fmla="*/ 25547 h 915154"/>
              <a:gd name="connsiteX123" fmla="*/ 33465 w 912326"/>
              <a:gd name="connsiteY123" fmla="*/ 39404 h 915154"/>
              <a:gd name="connsiteX124" fmla="*/ 39310 w 912326"/>
              <a:gd name="connsiteY124" fmla="*/ 33465 h 915154"/>
              <a:gd name="connsiteX125" fmla="*/ 25264 w 912326"/>
              <a:gd name="connsiteY125" fmla="*/ 19608 h 915154"/>
              <a:gd name="connsiteX126" fmla="*/ 39027 w 912326"/>
              <a:gd name="connsiteY126" fmla="*/ 6316 h 915154"/>
              <a:gd name="connsiteX127" fmla="*/ 33182 w 912326"/>
              <a:gd name="connsiteY127" fmla="*/ 283 h 915154"/>
              <a:gd name="connsiteX128" fmla="*/ 19231 w 912326"/>
              <a:gd name="connsiteY128" fmla="*/ 14517 h 915154"/>
              <a:gd name="connsiteX129" fmla="*/ 5939 w 912326"/>
              <a:gd name="connsiteY129" fmla="*/ 943 h 915154"/>
              <a:gd name="connsiteX130" fmla="*/ 189 w 912326"/>
              <a:gd name="connsiteY130" fmla="*/ 6410 h 915154"/>
              <a:gd name="connsiteX131" fmla="*/ 14234 w 912326"/>
              <a:gd name="connsiteY131" fmla="*/ 20173 h 915154"/>
              <a:gd name="connsiteX132" fmla="*/ 566 w 912326"/>
              <a:gd name="connsiteY132" fmla="*/ 33559 h 915154"/>
              <a:gd name="connsiteX133" fmla="*/ 6410 w 912326"/>
              <a:gd name="connsiteY133" fmla="*/ 39687 h 915154"/>
              <a:gd name="connsiteX134" fmla="*/ 20079 w 912326"/>
              <a:gd name="connsiteY134" fmla="*/ 25452 h 915154"/>
              <a:gd name="connsiteX135" fmla="*/ 615476 w 912326"/>
              <a:gd name="connsiteY135" fmla="*/ 330787 h 915154"/>
              <a:gd name="connsiteX136" fmla="*/ 621132 w 912326"/>
              <a:gd name="connsiteY136" fmla="*/ 325319 h 915154"/>
              <a:gd name="connsiteX137" fmla="*/ 606992 w 912326"/>
              <a:gd name="connsiteY137" fmla="*/ 311367 h 915154"/>
              <a:gd name="connsiteX138" fmla="*/ 620567 w 912326"/>
              <a:gd name="connsiteY138" fmla="*/ 298453 h 915154"/>
              <a:gd name="connsiteX139" fmla="*/ 615099 w 912326"/>
              <a:gd name="connsiteY139" fmla="*/ 291854 h 915154"/>
              <a:gd name="connsiteX140" fmla="*/ 601336 w 912326"/>
              <a:gd name="connsiteY140" fmla="*/ 305900 h 915154"/>
              <a:gd name="connsiteX141" fmla="*/ 588233 w 912326"/>
              <a:gd name="connsiteY141" fmla="*/ 292702 h 915154"/>
              <a:gd name="connsiteX142" fmla="*/ 581728 w 912326"/>
              <a:gd name="connsiteY142" fmla="*/ 298170 h 915154"/>
              <a:gd name="connsiteX143" fmla="*/ 595774 w 912326"/>
              <a:gd name="connsiteY143" fmla="*/ 311839 h 915154"/>
              <a:gd name="connsiteX144" fmla="*/ 582105 w 912326"/>
              <a:gd name="connsiteY144" fmla="*/ 325319 h 915154"/>
              <a:gd name="connsiteX145" fmla="*/ 587761 w 912326"/>
              <a:gd name="connsiteY145" fmla="*/ 330881 h 915154"/>
              <a:gd name="connsiteX146" fmla="*/ 601619 w 912326"/>
              <a:gd name="connsiteY146" fmla="*/ 316646 h 915154"/>
              <a:gd name="connsiteX147" fmla="*/ 615382 w 912326"/>
              <a:gd name="connsiteY147" fmla="*/ 330598 h 915154"/>
              <a:gd name="connsiteX148" fmla="*/ 887062 w 912326"/>
              <a:gd name="connsiteY148" fmla="*/ 20173 h 915154"/>
              <a:gd name="connsiteX149" fmla="*/ 873393 w 912326"/>
              <a:gd name="connsiteY149" fmla="*/ 33465 h 915154"/>
              <a:gd name="connsiteX150" fmla="*/ 878861 w 912326"/>
              <a:gd name="connsiteY150" fmla="*/ 39593 h 915154"/>
              <a:gd name="connsiteX151" fmla="*/ 892624 w 912326"/>
              <a:gd name="connsiteY151" fmla="*/ 25641 h 915154"/>
              <a:gd name="connsiteX152" fmla="*/ 906199 w 912326"/>
              <a:gd name="connsiteY152" fmla="*/ 39498 h 915154"/>
              <a:gd name="connsiteX153" fmla="*/ 912043 w 912326"/>
              <a:gd name="connsiteY153" fmla="*/ 33371 h 915154"/>
              <a:gd name="connsiteX154" fmla="*/ 897997 w 912326"/>
              <a:gd name="connsiteY154" fmla="*/ 19796 h 915154"/>
              <a:gd name="connsiteX155" fmla="*/ 911855 w 912326"/>
              <a:gd name="connsiteY155" fmla="*/ 6222 h 915154"/>
              <a:gd name="connsiteX156" fmla="*/ 905916 w 912326"/>
              <a:gd name="connsiteY156" fmla="*/ 189 h 915154"/>
              <a:gd name="connsiteX157" fmla="*/ 892247 w 912326"/>
              <a:gd name="connsiteY157" fmla="*/ 14800 h 915154"/>
              <a:gd name="connsiteX158" fmla="*/ 878955 w 912326"/>
              <a:gd name="connsiteY158" fmla="*/ 660 h 915154"/>
              <a:gd name="connsiteX159" fmla="*/ 873016 w 912326"/>
              <a:gd name="connsiteY159" fmla="*/ 6410 h 915154"/>
              <a:gd name="connsiteX160" fmla="*/ 887157 w 912326"/>
              <a:gd name="connsiteY160" fmla="*/ 20173 h 915154"/>
              <a:gd name="connsiteX161" fmla="*/ 588044 w 912326"/>
              <a:gd name="connsiteY161" fmla="*/ 584273 h 915154"/>
              <a:gd name="connsiteX162" fmla="*/ 581728 w 912326"/>
              <a:gd name="connsiteY162" fmla="*/ 590118 h 915154"/>
              <a:gd name="connsiteX163" fmla="*/ 595868 w 912326"/>
              <a:gd name="connsiteY163" fmla="*/ 603598 h 915154"/>
              <a:gd name="connsiteX164" fmla="*/ 582105 w 912326"/>
              <a:gd name="connsiteY164" fmla="*/ 617079 h 915154"/>
              <a:gd name="connsiteX165" fmla="*/ 587761 w 912326"/>
              <a:gd name="connsiteY165" fmla="*/ 622829 h 915154"/>
              <a:gd name="connsiteX166" fmla="*/ 601336 w 912326"/>
              <a:gd name="connsiteY166" fmla="*/ 608689 h 915154"/>
              <a:gd name="connsiteX167" fmla="*/ 615099 w 912326"/>
              <a:gd name="connsiteY167" fmla="*/ 622640 h 915154"/>
              <a:gd name="connsiteX168" fmla="*/ 621038 w 912326"/>
              <a:gd name="connsiteY168" fmla="*/ 616984 h 915154"/>
              <a:gd name="connsiteX169" fmla="*/ 606898 w 912326"/>
              <a:gd name="connsiteY169" fmla="*/ 603127 h 915154"/>
              <a:gd name="connsiteX170" fmla="*/ 620378 w 912326"/>
              <a:gd name="connsiteY170" fmla="*/ 590118 h 915154"/>
              <a:gd name="connsiteX171" fmla="*/ 615005 w 912326"/>
              <a:gd name="connsiteY171" fmla="*/ 583613 h 915154"/>
              <a:gd name="connsiteX172" fmla="*/ 601242 w 912326"/>
              <a:gd name="connsiteY172" fmla="*/ 597565 h 915154"/>
              <a:gd name="connsiteX173" fmla="*/ 587950 w 912326"/>
              <a:gd name="connsiteY173" fmla="*/ 584179 h 915154"/>
              <a:gd name="connsiteX174" fmla="*/ 305146 w 912326"/>
              <a:gd name="connsiteY174" fmla="*/ 20362 h 915154"/>
              <a:gd name="connsiteX175" fmla="*/ 291665 w 912326"/>
              <a:gd name="connsiteY175" fmla="*/ 33465 h 915154"/>
              <a:gd name="connsiteX176" fmla="*/ 297133 w 912326"/>
              <a:gd name="connsiteY176" fmla="*/ 39687 h 915154"/>
              <a:gd name="connsiteX177" fmla="*/ 310896 w 912326"/>
              <a:gd name="connsiteY177" fmla="*/ 25641 h 915154"/>
              <a:gd name="connsiteX178" fmla="*/ 324471 w 912326"/>
              <a:gd name="connsiteY178" fmla="*/ 39404 h 915154"/>
              <a:gd name="connsiteX179" fmla="*/ 330409 w 912326"/>
              <a:gd name="connsiteY179" fmla="*/ 33371 h 915154"/>
              <a:gd name="connsiteX180" fmla="*/ 316269 w 912326"/>
              <a:gd name="connsiteY180" fmla="*/ 19608 h 915154"/>
              <a:gd name="connsiteX181" fmla="*/ 329750 w 912326"/>
              <a:gd name="connsiteY181" fmla="*/ 6316 h 915154"/>
              <a:gd name="connsiteX182" fmla="*/ 324188 w 912326"/>
              <a:gd name="connsiteY182" fmla="*/ 0 h 915154"/>
              <a:gd name="connsiteX183" fmla="*/ 309953 w 912326"/>
              <a:gd name="connsiteY183" fmla="*/ 14423 h 915154"/>
              <a:gd name="connsiteX184" fmla="*/ 296944 w 912326"/>
              <a:gd name="connsiteY184" fmla="*/ 566 h 915154"/>
              <a:gd name="connsiteX185" fmla="*/ 291005 w 912326"/>
              <a:gd name="connsiteY185" fmla="*/ 6222 h 915154"/>
              <a:gd name="connsiteX186" fmla="*/ 305051 w 912326"/>
              <a:gd name="connsiteY186" fmla="*/ 20173 h 915154"/>
              <a:gd name="connsiteX187" fmla="*/ 911478 w 912326"/>
              <a:gd name="connsiteY187" fmla="*/ 298076 h 915154"/>
              <a:gd name="connsiteX188" fmla="*/ 906104 w 912326"/>
              <a:gd name="connsiteY188" fmla="*/ 291948 h 915154"/>
              <a:gd name="connsiteX189" fmla="*/ 892341 w 912326"/>
              <a:gd name="connsiteY189" fmla="*/ 305900 h 915154"/>
              <a:gd name="connsiteX190" fmla="*/ 879144 w 912326"/>
              <a:gd name="connsiteY190" fmla="*/ 292608 h 915154"/>
              <a:gd name="connsiteX191" fmla="*/ 872828 w 912326"/>
              <a:gd name="connsiteY191" fmla="*/ 298453 h 915154"/>
              <a:gd name="connsiteX192" fmla="*/ 886779 w 912326"/>
              <a:gd name="connsiteY192" fmla="*/ 312121 h 915154"/>
              <a:gd name="connsiteX193" fmla="*/ 873393 w 912326"/>
              <a:gd name="connsiteY193" fmla="*/ 325413 h 915154"/>
              <a:gd name="connsiteX194" fmla="*/ 879144 w 912326"/>
              <a:gd name="connsiteY194" fmla="*/ 331446 h 915154"/>
              <a:gd name="connsiteX195" fmla="*/ 893190 w 912326"/>
              <a:gd name="connsiteY195" fmla="*/ 317023 h 915154"/>
              <a:gd name="connsiteX196" fmla="*/ 906199 w 912326"/>
              <a:gd name="connsiteY196" fmla="*/ 330315 h 915154"/>
              <a:gd name="connsiteX197" fmla="*/ 912043 w 912326"/>
              <a:gd name="connsiteY197" fmla="*/ 325413 h 915154"/>
              <a:gd name="connsiteX198" fmla="*/ 897903 w 912326"/>
              <a:gd name="connsiteY198" fmla="*/ 311462 h 915154"/>
              <a:gd name="connsiteX199" fmla="*/ 911478 w 912326"/>
              <a:gd name="connsiteY199" fmla="*/ 298076 h 915154"/>
              <a:gd name="connsiteX200" fmla="*/ 872828 w 912326"/>
              <a:gd name="connsiteY200" fmla="*/ 590024 h 915154"/>
              <a:gd name="connsiteX201" fmla="*/ 887157 w 912326"/>
              <a:gd name="connsiteY201" fmla="*/ 603598 h 915154"/>
              <a:gd name="connsiteX202" fmla="*/ 873393 w 912326"/>
              <a:gd name="connsiteY202" fmla="*/ 617079 h 915154"/>
              <a:gd name="connsiteX203" fmla="*/ 878955 w 912326"/>
              <a:gd name="connsiteY203" fmla="*/ 623018 h 915154"/>
              <a:gd name="connsiteX204" fmla="*/ 892530 w 912326"/>
              <a:gd name="connsiteY204" fmla="*/ 608972 h 915154"/>
              <a:gd name="connsiteX205" fmla="*/ 905916 w 912326"/>
              <a:gd name="connsiteY205" fmla="*/ 622923 h 915154"/>
              <a:gd name="connsiteX206" fmla="*/ 912326 w 912326"/>
              <a:gd name="connsiteY206" fmla="*/ 616796 h 915154"/>
              <a:gd name="connsiteX207" fmla="*/ 897903 w 912326"/>
              <a:gd name="connsiteY207" fmla="*/ 602844 h 915154"/>
              <a:gd name="connsiteX208" fmla="*/ 911478 w 912326"/>
              <a:gd name="connsiteY208" fmla="*/ 590024 h 915154"/>
              <a:gd name="connsiteX209" fmla="*/ 905916 w 912326"/>
              <a:gd name="connsiteY209" fmla="*/ 583708 h 915154"/>
              <a:gd name="connsiteX210" fmla="*/ 892341 w 912326"/>
              <a:gd name="connsiteY210" fmla="*/ 597754 h 915154"/>
              <a:gd name="connsiteX211" fmla="*/ 878861 w 912326"/>
              <a:gd name="connsiteY211" fmla="*/ 584085 h 915154"/>
              <a:gd name="connsiteX212" fmla="*/ 872828 w 912326"/>
              <a:gd name="connsiteY212" fmla="*/ 590118 h 91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912326" h="915154">
                <a:moveTo>
                  <a:pt x="587573" y="914871"/>
                </a:moveTo>
                <a:cubicBezTo>
                  <a:pt x="585876" y="912986"/>
                  <a:pt x="584085" y="911195"/>
                  <a:pt x="582199" y="909215"/>
                </a:cubicBezTo>
                <a:cubicBezTo>
                  <a:pt x="586819" y="904690"/>
                  <a:pt x="591343" y="900166"/>
                  <a:pt x="596151" y="895546"/>
                </a:cubicBezTo>
                <a:cubicBezTo>
                  <a:pt x="591249" y="890739"/>
                  <a:pt x="586724" y="886308"/>
                  <a:pt x="582011" y="881689"/>
                </a:cubicBezTo>
                <a:cubicBezTo>
                  <a:pt x="584085" y="879804"/>
                  <a:pt x="585970" y="878107"/>
                  <a:pt x="588044" y="876316"/>
                </a:cubicBezTo>
                <a:cubicBezTo>
                  <a:pt x="592286" y="880652"/>
                  <a:pt x="596622" y="885271"/>
                  <a:pt x="601147" y="889890"/>
                </a:cubicBezTo>
                <a:cubicBezTo>
                  <a:pt x="606049" y="884894"/>
                  <a:pt x="610386" y="880369"/>
                  <a:pt x="614910" y="875750"/>
                </a:cubicBezTo>
                <a:cubicBezTo>
                  <a:pt x="617173" y="878107"/>
                  <a:pt x="618870" y="879992"/>
                  <a:pt x="620944" y="882066"/>
                </a:cubicBezTo>
                <a:cubicBezTo>
                  <a:pt x="616607" y="886308"/>
                  <a:pt x="612082" y="890739"/>
                  <a:pt x="607463" y="895264"/>
                </a:cubicBezTo>
                <a:cubicBezTo>
                  <a:pt x="612082" y="899883"/>
                  <a:pt x="616607" y="904313"/>
                  <a:pt x="621321" y="909027"/>
                </a:cubicBezTo>
                <a:cubicBezTo>
                  <a:pt x="619153" y="911006"/>
                  <a:pt x="617361" y="912703"/>
                  <a:pt x="615476" y="914400"/>
                </a:cubicBezTo>
                <a:cubicBezTo>
                  <a:pt x="611234" y="910064"/>
                  <a:pt x="606803" y="905539"/>
                  <a:pt x="602844" y="901485"/>
                </a:cubicBezTo>
                <a:cubicBezTo>
                  <a:pt x="597659" y="906293"/>
                  <a:pt x="592946" y="910629"/>
                  <a:pt x="588327" y="914966"/>
                </a:cubicBezTo>
                <a:lnTo>
                  <a:pt x="587761" y="914966"/>
                </a:lnTo>
                <a:close/>
                <a:moveTo>
                  <a:pt x="878861" y="914871"/>
                </a:moveTo>
                <a:cubicBezTo>
                  <a:pt x="883386" y="910441"/>
                  <a:pt x="888005" y="906010"/>
                  <a:pt x="892341" y="901768"/>
                </a:cubicBezTo>
                <a:cubicBezTo>
                  <a:pt x="896866" y="906104"/>
                  <a:pt x="901485" y="910535"/>
                  <a:pt x="906104" y="914871"/>
                </a:cubicBezTo>
                <a:lnTo>
                  <a:pt x="906670" y="914871"/>
                </a:lnTo>
                <a:cubicBezTo>
                  <a:pt x="908367" y="912986"/>
                  <a:pt x="910158" y="911006"/>
                  <a:pt x="912138" y="908744"/>
                </a:cubicBezTo>
                <a:cubicBezTo>
                  <a:pt x="907424" y="904219"/>
                  <a:pt x="902899" y="899789"/>
                  <a:pt x="898280" y="895169"/>
                </a:cubicBezTo>
                <a:cubicBezTo>
                  <a:pt x="902899" y="890644"/>
                  <a:pt x="907424" y="886214"/>
                  <a:pt x="911666" y="881972"/>
                </a:cubicBezTo>
                <a:cubicBezTo>
                  <a:pt x="909781" y="879898"/>
                  <a:pt x="908084" y="877918"/>
                  <a:pt x="905916" y="875467"/>
                </a:cubicBezTo>
                <a:cubicBezTo>
                  <a:pt x="901297" y="880275"/>
                  <a:pt x="896960" y="884800"/>
                  <a:pt x="892247" y="889796"/>
                </a:cubicBezTo>
                <a:cubicBezTo>
                  <a:pt x="887628" y="885083"/>
                  <a:pt x="883197" y="880558"/>
                  <a:pt x="878672" y="875939"/>
                </a:cubicBezTo>
                <a:cubicBezTo>
                  <a:pt x="876787" y="877918"/>
                  <a:pt x="874996" y="879709"/>
                  <a:pt x="872828" y="881878"/>
                </a:cubicBezTo>
                <a:cubicBezTo>
                  <a:pt x="877447" y="886402"/>
                  <a:pt x="881972" y="890833"/>
                  <a:pt x="886874" y="895735"/>
                </a:cubicBezTo>
                <a:cubicBezTo>
                  <a:pt x="882160" y="900260"/>
                  <a:pt x="877730" y="904690"/>
                  <a:pt x="873111" y="909121"/>
                </a:cubicBezTo>
                <a:cubicBezTo>
                  <a:pt x="874902" y="911195"/>
                  <a:pt x="876599" y="913080"/>
                  <a:pt x="878201" y="914966"/>
                </a:cubicBezTo>
                <a:lnTo>
                  <a:pt x="878767" y="914966"/>
                </a:lnTo>
                <a:close/>
                <a:moveTo>
                  <a:pt x="6222" y="914871"/>
                </a:moveTo>
                <a:cubicBezTo>
                  <a:pt x="10841" y="910441"/>
                  <a:pt x="15366" y="906010"/>
                  <a:pt x="20362" y="901297"/>
                </a:cubicBezTo>
                <a:cubicBezTo>
                  <a:pt x="24604" y="905633"/>
                  <a:pt x="29035" y="910064"/>
                  <a:pt x="33654" y="914683"/>
                </a:cubicBezTo>
                <a:cubicBezTo>
                  <a:pt x="35539" y="912797"/>
                  <a:pt x="37236" y="911006"/>
                  <a:pt x="39404" y="908744"/>
                </a:cubicBezTo>
                <a:cubicBezTo>
                  <a:pt x="34785" y="904219"/>
                  <a:pt x="30260" y="899789"/>
                  <a:pt x="25358" y="895075"/>
                </a:cubicBezTo>
                <a:cubicBezTo>
                  <a:pt x="30072" y="890456"/>
                  <a:pt x="34596" y="886025"/>
                  <a:pt x="38838" y="881972"/>
                </a:cubicBezTo>
                <a:cubicBezTo>
                  <a:pt x="36953" y="879992"/>
                  <a:pt x="35162" y="878107"/>
                  <a:pt x="32805" y="875656"/>
                </a:cubicBezTo>
                <a:cubicBezTo>
                  <a:pt x="28375" y="880275"/>
                  <a:pt x="24038" y="884800"/>
                  <a:pt x="19231" y="889890"/>
                </a:cubicBezTo>
                <a:cubicBezTo>
                  <a:pt x="14706" y="885177"/>
                  <a:pt x="10369" y="880652"/>
                  <a:pt x="6033" y="876221"/>
                </a:cubicBezTo>
                <a:cubicBezTo>
                  <a:pt x="4148" y="878013"/>
                  <a:pt x="2262" y="879804"/>
                  <a:pt x="283" y="881689"/>
                </a:cubicBezTo>
                <a:cubicBezTo>
                  <a:pt x="4996" y="886308"/>
                  <a:pt x="9427" y="890739"/>
                  <a:pt x="14329" y="895546"/>
                </a:cubicBezTo>
                <a:cubicBezTo>
                  <a:pt x="9615" y="900166"/>
                  <a:pt x="5090" y="904690"/>
                  <a:pt x="471" y="909215"/>
                </a:cubicBezTo>
                <a:cubicBezTo>
                  <a:pt x="2357" y="911195"/>
                  <a:pt x="4054" y="913080"/>
                  <a:pt x="5750" y="914966"/>
                </a:cubicBezTo>
                <a:lnTo>
                  <a:pt x="6316" y="914966"/>
                </a:lnTo>
                <a:close/>
                <a:moveTo>
                  <a:pt x="324753" y="914871"/>
                </a:moveTo>
                <a:cubicBezTo>
                  <a:pt x="326545" y="912986"/>
                  <a:pt x="328241" y="911006"/>
                  <a:pt x="330315" y="908838"/>
                </a:cubicBezTo>
                <a:cubicBezTo>
                  <a:pt x="325696" y="904219"/>
                  <a:pt x="321171" y="899789"/>
                  <a:pt x="316458" y="895075"/>
                </a:cubicBezTo>
                <a:cubicBezTo>
                  <a:pt x="320983" y="890550"/>
                  <a:pt x="325508" y="886120"/>
                  <a:pt x="330127" y="881595"/>
                </a:cubicBezTo>
                <a:cubicBezTo>
                  <a:pt x="328241" y="879709"/>
                  <a:pt x="326450" y="877918"/>
                  <a:pt x="324188" y="875656"/>
                </a:cubicBezTo>
                <a:cubicBezTo>
                  <a:pt x="319569" y="880275"/>
                  <a:pt x="315138" y="884800"/>
                  <a:pt x="310142" y="889890"/>
                </a:cubicBezTo>
                <a:cubicBezTo>
                  <a:pt x="305523" y="885177"/>
                  <a:pt x="301092" y="880652"/>
                  <a:pt x="296850" y="876221"/>
                </a:cubicBezTo>
                <a:cubicBezTo>
                  <a:pt x="294965" y="878013"/>
                  <a:pt x="293079" y="879709"/>
                  <a:pt x="291005" y="881689"/>
                </a:cubicBezTo>
                <a:cubicBezTo>
                  <a:pt x="295719" y="886308"/>
                  <a:pt x="300149" y="890739"/>
                  <a:pt x="305051" y="895641"/>
                </a:cubicBezTo>
                <a:cubicBezTo>
                  <a:pt x="300432" y="900260"/>
                  <a:pt x="295907" y="904690"/>
                  <a:pt x="291948" y="908650"/>
                </a:cubicBezTo>
                <a:cubicBezTo>
                  <a:pt x="293645" y="910724"/>
                  <a:pt x="295153" y="912703"/>
                  <a:pt x="297133" y="915154"/>
                </a:cubicBezTo>
                <a:cubicBezTo>
                  <a:pt x="301846" y="910346"/>
                  <a:pt x="306183" y="905822"/>
                  <a:pt x="310142" y="901768"/>
                </a:cubicBezTo>
                <a:cubicBezTo>
                  <a:pt x="314950" y="906199"/>
                  <a:pt x="319569" y="910535"/>
                  <a:pt x="324188" y="914871"/>
                </a:cubicBezTo>
                <a:lnTo>
                  <a:pt x="324753" y="914871"/>
                </a:lnTo>
                <a:close/>
                <a:moveTo>
                  <a:pt x="595868" y="20079"/>
                </a:moveTo>
                <a:cubicBezTo>
                  <a:pt x="591249" y="24604"/>
                  <a:pt x="586724" y="29035"/>
                  <a:pt x="582388" y="33277"/>
                </a:cubicBezTo>
                <a:cubicBezTo>
                  <a:pt x="584368" y="35351"/>
                  <a:pt x="586064" y="37236"/>
                  <a:pt x="588421" y="39781"/>
                </a:cubicBezTo>
                <a:cubicBezTo>
                  <a:pt x="592852" y="35068"/>
                  <a:pt x="597188" y="30449"/>
                  <a:pt x="601901" y="25358"/>
                </a:cubicBezTo>
                <a:cubicBezTo>
                  <a:pt x="606521" y="30166"/>
                  <a:pt x="610857" y="34691"/>
                  <a:pt x="615288" y="39404"/>
                </a:cubicBezTo>
                <a:cubicBezTo>
                  <a:pt x="617267" y="37424"/>
                  <a:pt x="619058" y="35633"/>
                  <a:pt x="621321" y="33371"/>
                </a:cubicBezTo>
                <a:cubicBezTo>
                  <a:pt x="616607" y="28752"/>
                  <a:pt x="612082" y="24321"/>
                  <a:pt x="607086" y="19419"/>
                </a:cubicBezTo>
                <a:cubicBezTo>
                  <a:pt x="611705" y="14894"/>
                  <a:pt x="616230" y="10558"/>
                  <a:pt x="620661" y="6222"/>
                </a:cubicBezTo>
                <a:cubicBezTo>
                  <a:pt x="618870" y="4242"/>
                  <a:pt x="617173" y="2451"/>
                  <a:pt x="615193" y="377"/>
                </a:cubicBezTo>
                <a:cubicBezTo>
                  <a:pt x="610574" y="5090"/>
                  <a:pt x="606144" y="9521"/>
                  <a:pt x="601242" y="14612"/>
                </a:cubicBezTo>
                <a:cubicBezTo>
                  <a:pt x="596622" y="9804"/>
                  <a:pt x="592192" y="5279"/>
                  <a:pt x="587667" y="660"/>
                </a:cubicBezTo>
                <a:cubicBezTo>
                  <a:pt x="585782" y="2545"/>
                  <a:pt x="584085" y="4242"/>
                  <a:pt x="581822" y="6410"/>
                </a:cubicBezTo>
                <a:cubicBezTo>
                  <a:pt x="586536" y="11029"/>
                  <a:pt x="591061" y="15460"/>
                  <a:pt x="595774" y="20079"/>
                </a:cubicBezTo>
                <a:close/>
                <a:moveTo>
                  <a:pt x="39687" y="325036"/>
                </a:moveTo>
                <a:cubicBezTo>
                  <a:pt x="34879" y="320417"/>
                  <a:pt x="30354" y="315986"/>
                  <a:pt x="25358" y="311273"/>
                </a:cubicBezTo>
                <a:cubicBezTo>
                  <a:pt x="29977" y="306748"/>
                  <a:pt x="34408" y="302318"/>
                  <a:pt x="38838" y="297887"/>
                </a:cubicBezTo>
                <a:cubicBezTo>
                  <a:pt x="37047" y="296002"/>
                  <a:pt x="35351" y="294211"/>
                  <a:pt x="33088" y="291948"/>
                </a:cubicBezTo>
                <a:cubicBezTo>
                  <a:pt x="28469" y="296567"/>
                  <a:pt x="24038" y="301092"/>
                  <a:pt x="19136" y="306088"/>
                </a:cubicBezTo>
                <a:cubicBezTo>
                  <a:pt x="14612" y="301469"/>
                  <a:pt x="10181" y="296944"/>
                  <a:pt x="5939" y="292514"/>
                </a:cubicBezTo>
                <a:cubicBezTo>
                  <a:pt x="4054" y="294305"/>
                  <a:pt x="2262" y="296096"/>
                  <a:pt x="0" y="298264"/>
                </a:cubicBezTo>
                <a:cubicBezTo>
                  <a:pt x="4713" y="302789"/>
                  <a:pt x="9238" y="307125"/>
                  <a:pt x="14234" y="311933"/>
                </a:cubicBezTo>
                <a:cubicBezTo>
                  <a:pt x="9521" y="316552"/>
                  <a:pt x="4996" y="320983"/>
                  <a:pt x="566" y="325319"/>
                </a:cubicBezTo>
                <a:cubicBezTo>
                  <a:pt x="2357" y="327204"/>
                  <a:pt x="4054" y="329090"/>
                  <a:pt x="6033" y="331164"/>
                </a:cubicBezTo>
                <a:cubicBezTo>
                  <a:pt x="10652" y="326545"/>
                  <a:pt x="15083" y="322020"/>
                  <a:pt x="19702" y="317401"/>
                </a:cubicBezTo>
                <a:cubicBezTo>
                  <a:pt x="24321" y="322114"/>
                  <a:pt x="28752" y="326639"/>
                  <a:pt x="33182" y="331164"/>
                </a:cubicBezTo>
                <a:cubicBezTo>
                  <a:pt x="35539" y="328995"/>
                  <a:pt x="37330" y="327204"/>
                  <a:pt x="39687" y="325036"/>
                </a:cubicBezTo>
                <a:close/>
                <a:moveTo>
                  <a:pt x="329844" y="298170"/>
                </a:moveTo>
                <a:cubicBezTo>
                  <a:pt x="328053" y="296190"/>
                  <a:pt x="326356" y="294305"/>
                  <a:pt x="324094" y="291854"/>
                </a:cubicBezTo>
                <a:cubicBezTo>
                  <a:pt x="319569" y="296662"/>
                  <a:pt x="315232" y="301281"/>
                  <a:pt x="310425" y="306371"/>
                </a:cubicBezTo>
                <a:cubicBezTo>
                  <a:pt x="305711" y="301469"/>
                  <a:pt x="301281" y="297039"/>
                  <a:pt x="296944" y="292514"/>
                </a:cubicBezTo>
                <a:cubicBezTo>
                  <a:pt x="295059" y="294399"/>
                  <a:pt x="293268" y="296190"/>
                  <a:pt x="291005" y="298453"/>
                </a:cubicBezTo>
                <a:cubicBezTo>
                  <a:pt x="295625" y="302978"/>
                  <a:pt x="300149" y="307408"/>
                  <a:pt x="305051" y="312404"/>
                </a:cubicBezTo>
                <a:cubicBezTo>
                  <a:pt x="300432" y="316835"/>
                  <a:pt x="295907" y="321265"/>
                  <a:pt x="291665" y="325508"/>
                </a:cubicBezTo>
                <a:cubicBezTo>
                  <a:pt x="293456" y="327393"/>
                  <a:pt x="295153" y="329278"/>
                  <a:pt x="297133" y="331446"/>
                </a:cubicBezTo>
                <a:cubicBezTo>
                  <a:pt x="301658" y="326733"/>
                  <a:pt x="306088" y="322208"/>
                  <a:pt x="310707" y="317495"/>
                </a:cubicBezTo>
                <a:cubicBezTo>
                  <a:pt x="315327" y="322302"/>
                  <a:pt x="319757" y="326827"/>
                  <a:pt x="323999" y="331069"/>
                </a:cubicBezTo>
                <a:cubicBezTo>
                  <a:pt x="326262" y="329090"/>
                  <a:pt x="328147" y="327299"/>
                  <a:pt x="330315" y="325413"/>
                </a:cubicBezTo>
                <a:cubicBezTo>
                  <a:pt x="325602" y="320888"/>
                  <a:pt x="321171" y="316552"/>
                  <a:pt x="316175" y="311650"/>
                </a:cubicBezTo>
                <a:cubicBezTo>
                  <a:pt x="320983" y="306937"/>
                  <a:pt x="325508" y="302506"/>
                  <a:pt x="329844" y="298264"/>
                </a:cubicBezTo>
                <a:close/>
                <a:moveTo>
                  <a:pt x="19419" y="598131"/>
                </a:moveTo>
                <a:cubicBezTo>
                  <a:pt x="14706" y="593229"/>
                  <a:pt x="10369" y="588704"/>
                  <a:pt x="6127" y="584273"/>
                </a:cubicBezTo>
                <a:cubicBezTo>
                  <a:pt x="4242" y="586159"/>
                  <a:pt x="2451" y="587856"/>
                  <a:pt x="283" y="589929"/>
                </a:cubicBezTo>
                <a:cubicBezTo>
                  <a:pt x="4808" y="594360"/>
                  <a:pt x="9427" y="598696"/>
                  <a:pt x="14329" y="603504"/>
                </a:cubicBezTo>
                <a:cubicBezTo>
                  <a:pt x="9521" y="608217"/>
                  <a:pt x="4996" y="612742"/>
                  <a:pt x="754" y="616796"/>
                </a:cubicBezTo>
                <a:cubicBezTo>
                  <a:pt x="2545" y="618870"/>
                  <a:pt x="4242" y="620755"/>
                  <a:pt x="6316" y="623112"/>
                </a:cubicBezTo>
                <a:cubicBezTo>
                  <a:pt x="10935" y="618398"/>
                  <a:pt x="15366" y="613874"/>
                  <a:pt x="20173" y="609066"/>
                </a:cubicBezTo>
                <a:cubicBezTo>
                  <a:pt x="24698" y="613685"/>
                  <a:pt x="29035" y="618116"/>
                  <a:pt x="33371" y="622546"/>
                </a:cubicBezTo>
                <a:cubicBezTo>
                  <a:pt x="35445" y="620661"/>
                  <a:pt x="37236" y="618964"/>
                  <a:pt x="39593" y="616796"/>
                </a:cubicBezTo>
                <a:cubicBezTo>
                  <a:pt x="34973" y="612271"/>
                  <a:pt x="30354" y="607840"/>
                  <a:pt x="25452" y="603127"/>
                </a:cubicBezTo>
                <a:cubicBezTo>
                  <a:pt x="30166" y="598414"/>
                  <a:pt x="34691" y="593983"/>
                  <a:pt x="39216" y="589552"/>
                </a:cubicBezTo>
                <a:cubicBezTo>
                  <a:pt x="37330" y="587667"/>
                  <a:pt x="35539" y="585876"/>
                  <a:pt x="33182" y="583425"/>
                </a:cubicBezTo>
                <a:cubicBezTo>
                  <a:pt x="28752" y="588233"/>
                  <a:pt x="24321" y="592852"/>
                  <a:pt x="19513" y="598036"/>
                </a:cubicBezTo>
                <a:close/>
                <a:moveTo>
                  <a:pt x="297133" y="584179"/>
                </a:moveTo>
                <a:cubicBezTo>
                  <a:pt x="295153" y="586159"/>
                  <a:pt x="293362" y="587950"/>
                  <a:pt x="291383" y="589929"/>
                </a:cubicBezTo>
                <a:cubicBezTo>
                  <a:pt x="295813" y="594360"/>
                  <a:pt x="300338" y="598791"/>
                  <a:pt x="305240" y="603598"/>
                </a:cubicBezTo>
                <a:cubicBezTo>
                  <a:pt x="300527" y="608217"/>
                  <a:pt x="296002" y="612648"/>
                  <a:pt x="291665" y="616796"/>
                </a:cubicBezTo>
                <a:cubicBezTo>
                  <a:pt x="293551" y="618870"/>
                  <a:pt x="295248" y="620755"/>
                  <a:pt x="297227" y="622923"/>
                </a:cubicBezTo>
                <a:cubicBezTo>
                  <a:pt x="301846" y="618304"/>
                  <a:pt x="306183" y="613779"/>
                  <a:pt x="310896" y="609066"/>
                </a:cubicBezTo>
                <a:cubicBezTo>
                  <a:pt x="315515" y="613685"/>
                  <a:pt x="319946" y="618210"/>
                  <a:pt x="324565" y="622829"/>
                </a:cubicBezTo>
                <a:cubicBezTo>
                  <a:pt x="326545" y="620755"/>
                  <a:pt x="328241" y="618964"/>
                  <a:pt x="330504" y="616702"/>
                </a:cubicBezTo>
                <a:cubicBezTo>
                  <a:pt x="325885" y="612271"/>
                  <a:pt x="321360" y="607840"/>
                  <a:pt x="316364" y="603033"/>
                </a:cubicBezTo>
                <a:cubicBezTo>
                  <a:pt x="321077" y="598414"/>
                  <a:pt x="325602" y="594077"/>
                  <a:pt x="330221" y="589552"/>
                </a:cubicBezTo>
                <a:cubicBezTo>
                  <a:pt x="328336" y="587573"/>
                  <a:pt x="326545" y="585782"/>
                  <a:pt x="324659" y="583896"/>
                </a:cubicBezTo>
                <a:cubicBezTo>
                  <a:pt x="320040" y="588515"/>
                  <a:pt x="315609" y="592946"/>
                  <a:pt x="310519" y="598131"/>
                </a:cubicBezTo>
                <a:cubicBezTo>
                  <a:pt x="305806" y="593135"/>
                  <a:pt x="301469" y="588610"/>
                  <a:pt x="297227" y="584179"/>
                </a:cubicBezTo>
                <a:close/>
                <a:moveTo>
                  <a:pt x="19985" y="25547"/>
                </a:moveTo>
                <a:cubicBezTo>
                  <a:pt x="24604" y="30260"/>
                  <a:pt x="28940" y="34785"/>
                  <a:pt x="33465" y="39404"/>
                </a:cubicBezTo>
                <a:cubicBezTo>
                  <a:pt x="35445" y="37424"/>
                  <a:pt x="37142" y="35633"/>
                  <a:pt x="39310" y="33465"/>
                </a:cubicBezTo>
                <a:cubicBezTo>
                  <a:pt x="34691" y="28940"/>
                  <a:pt x="30166" y="24510"/>
                  <a:pt x="25264" y="19608"/>
                </a:cubicBezTo>
                <a:cubicBezTo>
                  <a:pt x="29977" y="15083"/>
                  <a:pt x="34502" y="10652"/>
                  <a:pt x="39027" y="6316"/>
                </a:cubicBezTo>
                <a:cubicBezTo>
                  <a:pt x="37142" y="4336"/>
                  <a:pt x="35351" y="2545"/>
                  <a:pt x="33182" y="283"/>
                </a:cubicBezTo>
                <a:cubicBezTo>
                  <a:pt x="28563" y="4996"/>
                  <a:pt x="24133" y="9521"/>
                  <a:pt x="19231" y="14517"/>
                </a:cubicBezTo>
                <a:cubicBezTo>
                  <a:pt x="14612" y="9804"/>
                  <a:pt x="10181" y="5373"/>
                  <a:pt x="5939" y="943"/>
                </a:cubicBezTo>
                <a:cubicBezTo>
                  <a:pt x="4054" y="2734"/>
                  <a:pt x="2262" y="4431"/>
                  <a:pt x="189" y="6410"/>
                </a:cubicBezTo>
                <a:cubicBezTo>
                  <a:pt x="4808" y="10935"/>
                  <a:pt x="9333" y="15366"/>
                  <a:pt x="14234" y="20173"/>
                </a:cubicBezTo>
                <a:cubicBezTo>
                  <a:pt x="9521" y="24792"/>
                  <a:pt x="4902" y="29317"/>
                  <a:pt x="566" y="33559"/>
                </a:cubicBezTo>
                <a:cubicBezTo>
                  <a:pt x="2357" y="35445"/>
                  <a:pt x="4054" y="37236"/>
                  <a:pt x="6410" y="39687"/>
                </a:cubicBezTo>
                <a:cubicBezTo>
                  <a:pt x="10935" y="34973"/>
                  <a:pt x="15271" y="30449"/>
                  <a:pt x="20079" y="25452"/>
                </a:cubicBezTo>
                <a:close/>
                <a:moveTo>
                  <a:pt x="615476" y="330787"/>
                </a:moveTo>
                <a:cubicBezTo>
                  <a:pt x="617361" y="328995"/>
                  <a:pt x="619153" y="327299"/>
                  <a:pt x="621132" y="325319"/>
                </a:cubicBezTo>
                <a:cubicBezTo>
                  <a:pt x="616513" y="320700"/>
                  <a:pt x="611988" y="316269"/>
                  <a:pt x="606992" y="311367"/>
                </a:cubicBezTo>
                <a:cubicBezTo>
                  <a:pt x="611800" y="306842"/>
                  <a:pt x="616419" y="302412"/>
                  <a:pt x="620567" y="298453"/>
                </a:cubicBezTo>
                <a:cubicBezTo>
                  <a:pt x="618681" y="296190"/>
                  <a:pt x="617079" y="294211"/>
                  <a:pt x="615099" y="291854"/>
                </a:cubicBezTo>
                <a:cubicBezTo>
                  <a:pt x="610386" y="296662"/>
                  <a:pt x="605955" y="301092"/>
                  <a:pt x="601336" y="305900"/>
                </a:cubicBezTo>
                <a:cubicBezTo>
                  <a:pt x="596811" y="301281"/>
                  <a:pt x="592380" y="296850"/>
                  <a:pt x="588233" y="292702"/>
                </a:cubicBezTo>
                <a:cubicBezTo>
                  <a:pt x="586064" y="294493"/>
                  <a:pt x="584085" y="296190"/>
                  <a:pt x="581728" y="298170"/>
                </a:cubicBezTo>
                <a:cubicBezTo>
                  <a:pt x="586536" y="302883"/>
                  <a:pt x="591061" y="307314"/>
                  <a:pt x="595774" y="311839"/>
                </a:cubicBezTo>
                <a:cubicBezTo>
                  <a:pt x="591155" y="316364"/>
                  <a:pt x="586724" y="320888"/>
                  <a:pt x="582105" y="325319"/>
                </a:cubicBezTo>
                <a:cubicBezTo>
                  <a:pt x="583991" y="327204"/>
                  <a:pt x="585782" y="328995"/>
                  <a:pt x="587761" y="330881"/>
                </a:cubicBezTo>
                <a:cubicBezTo>
                  <a:pt x="592286" y="326262"/>
                  <a:pt x="596622" y="321831"/>
                  <a:pt x="601619" y="316646"/>
                </a:cubicBezTo>
                <a:cubicBezTo>
                  <a:pt x="606615" y="321643"/>
                  <a:pt x="610951" y="326167"/>
                  <a:pt x="615382" y="330598"/>
                </a:cubicBezTo>
                <a:close/>
                <a:moveTo>
                  <a:pt x="887062" y="20173"/>
                </a:moveTo>
                <a:cubicBezTo>
                  <a:pt x="882255" y="24792"/>
                  <a:pt x="877730" y="29317"/>
                  <a:pt x="873393" y="33465"/>
                </a:cubicBezTo>
                <a:cubicBezTo>
                  <a:pt x="875279" y="35539"/>
                  <a:pt x="876881" y="37424"/>
                  <a:pt x="878861" y="39593"/>
                </a:cubicBezTo>
                <a:cubicBezTo>
                  <a:pt x="883480" y="34879"/>
                  <a:pt x="887911" y="30354"/>
                  <a:pt x="892624" y="25641"/>
                </a:cubicBezTo>
                <a:cubicBezTo>
                  <a:pt x="897243" y="30354"/>
                  <a:pt x="901674" y="34879"/>
                  <a:pt x="906199" y="39498"/>
                </a:cubicBezTo>
                <a:cubicBezTo>
                  <a:pt x="908178" y="37424"/>
                  <a:pt x="909969" y="35633"/>
                  <a:pt x="912043" y="33371"/>
                </a:cubicBezTo>
                <a:cubicBezTo>
                  <a:pt x="907518" y="28940"/>
                  <a:pt x="902899" y="24510"/>
                  <a:pt x="897997" y="19796"/>
                </a:cubicBezTo>
                <a:cubicBezTo>
                  <a:pt x="902711" y="15083"/>
                  <a:pt x="907236" y="10747"/>
                  <a:pt x="911855" y="6222"/>
                </a:cubicBezTo>
                <a:cubicBezTo>
                  <a:pt x="909969" y="4336"/>
                  <a:pt x="908178" y="2545"/>
                  <a:pt x="905916" y="189"/>
                </a:cubicBezTo>
                <a:cubicBezTo>
                  <a:pt x="901485" y="4902"/>
                  <a:pt x="897149" y="9615"/>
                  <a:pt x="892247" y="14800"/>
                </a:cubicBezTo>
                <a:cubicBezTo>
                  <a:pt x="887534" y="9804"/>
                  <a:pt x="883197" y="5279"/>
                  <a:pt x="878955" y="660"/>
                </a:cubicBezTo>
                <a:cubicBezTo>
                  <a:pt x="876976" y="2545"/>
                  <a:pt x="875279" y="4242"/>
                  <a:pt x="873016" y="6410"/>
                </a:cubicBezTo>
                <a:cubicBezTo>
                  <a:pt x="877635" y="10935"/>
                  <a:pt x="882160" y="15366"/>
                  <a:pt x="887157" y="20173"/>
                </a:cubicBezTo>
                <a:close/>
                <a:moveTo>
                  <a:pt x="588044" y="584273"/>
                </a:moveTo>
                <a:cubicBezTo>
                  <a:pt x="585970" y="586159"/>
                  <a:pt x="584085" y="587856"/>
                  <a:pt x="581728" y="590118"/>
                </a:cubicBezTo>
                <a:cubicBezTo>
                  <a:pt x="586536" y="594643"/>
                  <a:pt x="591061" y="599073"/>
                  <a:pt x="595868" y="603598"/>
                </a:cubicBezTo>
                <a:cubicBezTo>
                  <a:pt x="591155" y="608217"/>
                  <a:pt x="586630" y="612648"/>
                  <a:pt x="582105" y="617079"/>
                </a:cubicBezTo>
                <a:cubicBezTo>
                  <a:pt x="583991" y="618964"/>
                  <a:pt x="585782" y="620755"/>
                  <a:pt x="587761" y="622829"/>
                </a:cubicBezTo>
                <a:cubicBezTo>
                  <a:pt x="592192" y="618210"/>
                  <a:pt x="596528" y="613685"/>
                  <a:pt x="601336" y="608689"/>
                </a:cubicBezTo>
                <a:cubicBezTo>
                  <a:pt x="606238" y="613685"/>
                  <a:pt x="610763" y="618210"/>
                  <a:pt x="615099" y="622640"/>
                </a:cubicBezTo>
                <a:cubicBezTo>
                  <a:pt x="617173" y="620661"/>
                  <a:pt x="618964" y="618964"/>
                  <a:pt x="621038" y="616984"/>
                </a:cubicBezTo>
                <a:cubicBezTo>
                  <a:pt x="616324" y="612365"/>
                  <a:pt x="611894" y="607935"/>
                  <a:pt x="606898" y="603127"/>
                </a:cubicBezTo>
                <a:cubicBezTo>
                  <a:pt x="611611" y="598508"/>
                  <a:pt x="616230" y="594077"/>
                  <a:pt x="620378" y="590118"/>
                </a:cubicBezTo>
                <a:cubicBezTo>
                  <a:pt x="618587" y="587950"/>
                  <a:pt x="616984" y="585970"/>
                  <a:pt x="615005" y="583613"/>
                </a:cubicBezTo>
                <a:cubicBezTo>
                  <a:pt x="610291" y="588327"/>
                  <a:pt x="605955" y="592852"/>
                  <a:pt x="601242" y="597565"/>
                </a:cubicBezTo>
                <a:cubicBezTo>
                  <a:pt x="596717" y="592946"/>
                  <a:pt x="592286" y="588515"/>
                  <a:pt x="587950" y="584179"/>
                </a:cubicBezTo>
                <a:close/>
                <a:moveTo>
                  <a:pt x="305146" y="20362"/>
                </a:moveTo>
                <a:cubicBezTo>
                  <a:pt x="300432" y="24887"/>
                  <a:pt x="295907" y="29317"/>
                  <a:pt x="291665" y="33465"/>
                </a:cubicBezTo>
                <a:cubicBezTo>
                  <a:pt x="293456" y="35539"/>
                  <a:pt x="295153" y="37424"/>
                  <a:pt x="297133" y="39687"/>
                </a:cubicBezTo>
                <a:cubicBezTo>
                  <a:pt x="301752" y="34973"/>
                  <a:pt x="306183" y="30449"/>
                  <a:pt x="310896" y="25641"/>
                </a:cubicBezTo>
                <a:cubicBezTo>
                  <a:pt x="315515" y="30260"/>
                  <a:pt x="319946" y="34785"/>
                  <a:pt x="324471" y="39404"/>
                </a:cubicBezTo>
                <a:cubicBezTo>
                  <a:pt x="326356" y="37424"/>
                  <a:pt x="328147" y="35633"/>
                  <a:pt x="330409" y="33371"/>
                </a:cubicBezTo>
                <a:cubicBezTo>
                  <a:pt x="325790" y="28846"/>
                  <a:pt x="321171" y="24415"/>
                  <a:pt x="316269" y="19608"/>
                </a:cubicBezTo>
                <a:cubicBezTo>
                  <a:pt x="320983" y="14989"/>
                  <a:pt x="325413" y="10558"/>
                  <a:pt x="329750" y="6316"/>
                </a:cubicBezTo>
                <a:cubicBezTo>
                  <a:pt x="327959" y="4336"/>
                  <a:pt x="326356" y="2451"/>
                  <a:pt x="324188" y="0"/>
                </a:cubicBezTo>
                <a:cubicBezTo>
                  <a:pt x="319474" y="4808"/>
                  <a:pt x="315044" y="9333"/>
                  <a:pt x="309953" y="14423"/>
                </a:cubicBezTo>
                <a:cubicBezTo>
                  <a:pt x="305523" y="9710"/>
                  <a:pt x="301186" y="5090"/>
                  <a:pt x="296944" y="566"/>
                </a:cubicBezTo>
                <a:cubicBezTo>
                  <a:pt x="294965" y="2451"/>
                  <a:pt x="293268" y="4148"/>
                  <a:pt x="291005" y="6222"/>
                </a:cubicBezTo>
                <a:cubicBezTo>
                  <a:pt x="295625" y="10841"/>
                  <a:pt x="300149" y="15271"/>
                  <a:pt x="305051" y="20173"/>
                </a:cubicBezTo>
                <a:close/>
                <a:moveTo>
                  <a:pt x="911478" y="298076"/>
                </a:moveTo>
                <a:cubicBezTo>
                  <a:pt x="909781" y="296096"/>
                  <a:pt x="908084" y="294211"/>
                  <a:pt x="906104" y="291948"/>
                </a:cubicBezTo>
                <a:cubicBezTo>
                  <a:pt x="901485" y="296662"/>
                  <a:pt x="897055" y="301186"/>
                  <a:pt x="892341" y="305900"/>
                </a:cubicBezTo>
                <a:cubicBezTo>
                  <a:pt x="887816" y="301281"/>
                  <a:pt x="883386" y="296850"/>
                  <a:pt x="879144" y="292608"/>
                </a:cubicBezTo>
                <a:cubicBezTo>
                  <a:pt x="877070" y="294493"/>
                  <a:pt x="875184" y="296284"/>
                  <a:pt x="872828" y="298453"/>
                </a:cubicBezTo>
                <a:cubicBezTo>
                  <a:pt x="877541" y="303072"/>
                  <a:pt x="881972" y="307408"/>
                  <a:pt x="886779" y="312121"/>
                </a:cubicBezTo>
                <a:cubicBezTo>
                  <a:pt x="882349" y="316552"/>
                  <a:pt x="877824" y="320983"/>
                  <a:pt x="873393" y="325413"/>
                </a:cubicBezTo>
                <a:cubicBezTo>
                  <a:pt x="875184" y="327299"/>
                  <a:pt x="876881" y="329090"/>
                  <a:pt x="879144" y="331446"/>
                </a:cubicBezTo>
                <a:cubicBezTo>
                  <a:pt x="883763" y="326733"/>
                  <a:pt x="888194" y="322208"/>
                  <a:pt x="893190" y="317023"/>
                </a:cubicBezTo>
                <a:cubicBezTo>
                  <a:pt x="897809" y="321737"/>
                  <a:pt x="902239" y="326167"/>
                  <a:pt x="906199" y="330315"/>
                </a:cubicBezTo>
                <a:cubicBezTo>
                  <a:pt x="908084" y="328713"/>
                  <a:pt x="910064" y="327110"/>
                  <a:pt x="912043" y="325413"/>
                </a:cubicBezTo>
                <a:cubicBezTo>
                  <a:pt x="907424" y="320888"/>
                  <a:pt x="902994" y="316458"/>
                  <a:pt x="897903" y="311462"/>
                </a:cubicBezTo>
                <a:cubicBezTo>
                  <a:pt x="902805" y="306654"/>
                  <a:pt x="907330" y="302223"/>
                  <a:pt x="911478" y="298076"/>
                </a:cubicBezTo>
                <a:close/>
                <a:moveTo>
                  <a:pt x="872828" y="590024"/>
                </a:moveTo>
                <a:cubicBezTo>
                  <a:pt x="877541" y="594454"/>
                  <a:pt x="882160" y="598885"/>
                  <a:pt x="887157" y="603598"/>
                </a:cubicBezTo>
                <a:cubicBezTo>
                  <a:pt x="882349" y="608312"/>
                  <a:pt x="877824" y="612742"/>
                  <a:pt x="873393" y="617079"/>
                </a:cubicBezTo>
                <a:cubicBezTo>
                  <a:pt x="875184" y="618964"/>
                  <a:pt x="876881" y="620849"/>
                  <a:pt x="878955" y="623018"/>
                </a:cubicBezTo>
                <a:cubicBezTo>
                  <a:pt x="883480" y="618304"/>
                  <a:pt x="887816" y="613779"/>
                  <a:pt x="892530" y="608972"/>
                </a:cubicBezTo>
                <a:cubicBezTo>
                  <a:pt x="897243" y="613874"/>
                  <a:pt x="901580" y="618398"/>
                  <a:pt x="905916" y="622923"/>
                </a:cubicBezTo>
                <a:cubicBezTo>
                  <a:pt x="908178" y="620755"/>
                  <a:pt x="910064" y="618964"/>
                  <a:pt x="912326" y="616796"/>
                </a:cubicBezTo>
                <a:cubicBezTo>
                  <a:pt x="907613" y="612271"/>
                  <a:pt x="903088" y="607840"/>
                  <a:pt x="897903" y="602844"/>
                </a:cubicBezTo>
                <a:cubicBezTo>
                  <a:pt x="902617" y="598319"/>
                  <a:pt x="907236" y="593983"/>
                  <a:pt x="911478" y="590024"/>
                </a:cubicBezTo>
                <a:cubicBezTo>
                  <a:pt x="909687" y="587950"/>
                  <a:pt x="907990" y="586064"/>
                  <a:pt x="905916" y="583708"/>
                </a:cubicBezTo>
                <a:cubicBezTo>
                  <a:pt x="901391" y="588421"/>
                  <a:pt x="896960" y="592946"/>
                  <a:pt x="892341" y="597754"/>
                </a:cubicBezTo>
                <a:cubicBezTo>
                  <a:pt x="887722" y="593135"/>
                  <a:pt x="883386" y="588610"/>
                  <a:pt x="878861" y="584085"/>
                </a:cubicBezTo>
                <a:cubicBezTo>
                  <a:pt x="876881" y="586064"/>
                  <a:pt x="875184" y="587856"/>
                  <a:pt x="872828" y="590118"/>
                </a:cubicBezTo>
                <a:close/>
              </a:path>
            </a:pathLst>
          </a:custGeom>
          <a:solidFill>
            <a:schemeClr val="accent2"/>
          </a:solidFill>
          <a:ln w="94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93AB47-E6E4-C612-7316-2D32A5B6107D}"/>
              </a:ext>
            </a:extLst>
          </p:cNvPr>
          <p:cNvSpPr/>
          <p:nvPr userDrawn="1"/>
        </p:nvSpPr>
        <p:spPr>
          <a:xfrm>
            <a:off x="377438" y="1323676"/>
            <a:ext cx="277000" cy="276999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8D7D0A-78DC-BADF-7569-D53FB2944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700"/>
            <a:ext cx="10515600" cy="43862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Oswald" pitchFamily="2" charset="77"/>
              </a:defRPr>
            </a:lvl1pPr>
            <a:lvl2pPr marL="457200" indent="0">
              <a:buFontTx/>
              <a:buNone/>
              <a:defRPr sz="1800">
                <a:latin typeface="Oswald" pitchFamily="2" charset="77"/>
              </a:defRPr>
            </a:lvl2pPr>
            <a:lvl3pPr marL="914400" indent="0">
              <a:buFontTx/>
              <a:buNone/>
              <a:defRPr sz="1600">
                <a:latin typeface="Oswald" pitchFamily="2" charset="77"/>
              </a:defRPr>
            </a:lvl3pPr>
            <a:lvl4pPr marL="1371600" indent="0">
              <a:buFontTx/>
              <a:buNone/>
              <a:defRPr sz="1400">
                <a:latin typeface="Oswald" pitchFamily="2" charset="77"/>
              </a:defRPr>
            </a:lvl4pPr>
            <a:lvl5pPr marL="1828800" indent="0">
              <a:buFontTx/>
              <a:buNone/>
              <a:defRPr sz="1400">
                <a:latin typeface="Oswa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67436CD8-B031-D62A-5ECC-338360176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5478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102D8D5E-5B1D-0DF3-0999-9874F104265F}"/>
              </a:ext>
            </a:extLst>
          </p:cNvPr>
          <p:cNvSpPr/>
          <p:nvPr userDrawn="1"/>
        </p:nvSpPr>
        <p:spPr>
          <a:xfrm>
            <a:off x="7456233" y="6069981"/>
            <a:ext cx="7377367" cy="7377365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73F79C-E870-04E6-0B7E-F07EA7D8FB1B}"/>
              </a:ext>
            </a:extLst>
          </p:cNvPr>
          <p:cNvSpPr/>
          <p:nvPr userDrawn="1"/>
        </p:nvSpPr>
        <p:spPr>
          <a:xfrm>
            <a:off x="2745723" y="-10721645"/>
            <a:ext cx="13261976" cy="13261929"/>
          </a:xfrm>
          <a:prstGeom prst="ellipse">
            <a:avLst/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8100000" scaled="1"/>
              <a:tileRect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4D7F98-7AB6-AF58-32C0-0F3FAB036808}"/>
              </a:ext>
            </a:extLst>
          </p:cNvPr>
          <p:cNvSpPr/>
          <p:nvPr userDrawn="1"/>
        </p:nvSpPr>
        <p:spPr>
          <a:xfrm>
            <a:off x="3117850" y="-10345684"/>
            <a:ext cx="12517721" cy="12517716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668E-504D-8D1B-8AC9-3E387BF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69F0-13E7-3987-C328-EA939F96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7604-23FB-3B77-51A9-FC577F45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10" name="Graphic 52">
            <a:extLst>
              <a:ext uri="{FF2B5EF4-FFF2-40B4-BE49-F238E27FC236}">
                <a16:creationId xmlns:a16="http://schemas.microsoft.com/office/drawing/2014/main" id="{EBF7E4A1-34A9-C0C0-025B-A89C19A34078}"/>
              </a:ext>
            </a:extLst>
          </p:cNvPr>
          <p:cNvSpPr/>
          <p:nvPr userDrawn="1"/>
        </p:nvSpPr>
        <p:spPr>
          <a:xfrm>
            <a:off x="838200" y="4792425"/>
            <a:ext cx="912326" cy="915154"/>
          </a:xfrm>
          <a:custGeom>
            <a:avLst/>
            <a:gdLst>
              <a:gd name="connsiteX0" fmla="*/ 587573 w 912326"/>
              <a:gd name="connsiteY0" fmla="*/ 914871 h 915154"/>
              <a:gd name="connsiteX1" fmla="*/ 582199 w 912326"/>
              <a:gd name="connsiteY1" fmla="*/ 909215 h 915154"/>
              <a:gd name="connsiteX2" fmla="*/ 596151 w 912326"/>
              <a:gd name="connsiteY2" fmla="*/ 895546 h 915154"/>
              <a:gd name="connsiteX3" fmla="*/ 582011 w 912326"/>
              <a:gd name="connsiteY3" fmla="*/ 881689 h 915154"/>
              <a:gd name="connsiteX4" fmla="*/ 588044 w 912326"/>
              <a:gd name="connsiteY4" fmla="*/ 876316 h 915154"/>
              <a:gd name="connsiteX5" fmla="*/ 601147 w 912326"/>
              <a:gd name="connsiteY5" fmla="*/ 889890 h 915154"/>
              <a:gd name="connsiteX6" fmla="*/ 614910 w 912326"/>
              <a:gd name="connsiteY6" fmla="*/ 875750 h 915154"/>
              <a:gd name="connsiteX7" fmla="*/ 620944 w 912326"/>
              <a:gd name="connsiteY7" fmla="*/ 882066 h 915154"/>
              <a:gd name="connsiteX8" fmla="*/ 607463 w 912326"/>
              <a:gd name="connsiteY8" fmla="*/ 895264 h 915154"/>
              <a:gd name="connsiteX9" fmla="*/ 621321 w 912326"/>
              <a:gd name="connsiteY9" fmla="*/ 909027 h 915154"/>
              <a:gd name="connsiteX10" fmla="*/ 615476 w 912326"/>
              <a:gd name="connsiteY10" fmla="*/ 914400 h 915154"/>
              <a:gd name="connsiteX11" fmla="*/ 602844 w 912326"/>
              <a:gd name="connsiteY11" fmla="*/ 901485 h 915154"/>
              <a:gd name="connsiteX12" fmla="*/ 588327 w 912326"/>
              <a:gd name="connsiteY12" fmla="*/ 914966 h 915154"/>
              <a:gd name="connsiteX13" fmla="*/ 587761 w 912326"/>
              <a:gd name="connsiteY13" fmla="*/ 914966 h 915154"/>
              <a:gd name="connsiteX14" fmla="*/ 878861 w 912326"/>
              <a:gd name="connsiteY14" fmla="*/ 914871 h 915154"/>
              <a:gd name="connsiteX15" fmla="*/ 892341 w 912326"/>
              <a:gd name="connsiteY15" fmla="*/ 901768 h 915154"/>
              <a:gd name="connsiteX16" fmla="*/ 906104 w 912326"/>
              <a:gd name="connsiteY16" fmla="*/ 914871 h 915154"/>
              <a:gd name="connsiteX17" fmla="*/ 906670 w 912326"/>
              <a:gd name="connsiteY17" fmla="*/ 914871 h 915154"/>
              <a:gd name="connsiteX18" fmla="*/ 912138 w 912326"/>
              <a:gd name="connsiteY18" fmla="*/ 908744 h 915154"/>
              <a:gd name="connsiteX19" fmla="*/ 898280 w 912326"/>
              <a:gd name="connsiteY19" fmla="*/ 895169 h 915154"/>
              <a:gd name="connsiteX20" fmla="*/ 911666 w 912326"/>
              <a:gd name="connsiteY20" fmla="*/ 881972 h 915154"/>
              <a:gd name="connsiteX21" fmla="*/ 905916 w 912326"/>
              <a:gd name="connsiteY21" fmla="*/ 875467 h 915154"/>
              <a:gd name="connsiteX22" fmla="*/ 892247 w 912326"/>
              <a:gd name="connsiteY22" fmla="*/ 889796 h 915154"/>
              <a:gd name="connsiteX23" fmla="*/ 878672 w 912326"/>
              <a:gd name="connsiteY23" fmla="*/ 875939 h 915154"/>
              <a:gd name="connsiteX24" fmla="*/ 872828 w 912326"/>
              <a:gd name="connsiteY24" fmla="*/ 881878 h 915154"/>
              <a:gd name="connsiteX25" fmla="*/ 886874 w 912326"/>
              <a:gd name="connsiteY25" fmla="*/ 895735 h 915154"/>
              <a:gd name="connsiteX26" fmla="*/ 873111 w 912326"/>
              <a:gd name="connsiteY26" fmla="*/ 909121 h 915154"/>
              <a:gd name="connsiteX27" fmla="*/ 878201 w 912326"/>
              <a:gd name="connsiteY27" fmla="*/ 914966 h 915154"/>
              <a:gd name="connsiteX28" fmla="*/ 878767 w 912326"/>
              <a:gd name="connsiteY28" fmla="*/ 914966 h 915154"/>
              <a:gd name="connsiteX29" fmla="*/ 6222 w 912326"/>
              <a:gd name="connsiteY29" fmla="*/ 914871 h 915154"/>
              <a:gd name="connsiteX30" fmla="*/ 20362 w 912326"/>
              <a:gd name="connsiteY30" fmla="*/ 901297 h 915154"/>
              <a:gd name="connsiteX31" fmla="*/ 33654 w 912326"/>
              <a:gd name="connsiteY31" fmla="*/ 914683 h 915154"/>
              <a:gd name="connsiteX32" fmla="*/ 39404 w 912326"/>
              <a:gd name="connsiteY32" fmla="*/ 908744 h 915154"/>
              <a:gd name="connsiteX33" fmla="*/ 25358 w 912326"/>
              <a:gd name="connsiteY33" fmla="*/ 895075 h 915154"/>
              <a:gd name="connsiteX34" fmla="*/ 38838 w 912326"/>
              <a:gd name="connsiteY34" fmla="*/ 881972 h 915154"/>
              <a:gd name="connsiteX35" fmla="*/ 32805 w 912326"/>
              <a:gd name="connsiteY35" fmla="*/ 875656 h 915154"/>
              <a:gd name="connsiteX36" fmla="*/ 19231 w 912326"/>
              <a:gd name="connsiteY36" fmla="*/ 889890 h 915154"/>
              <a:gd name="connsiteX37" fmla="*/ 6033 w 912326"/>
              <a:gd name="connsiteY37" fmla="*/ 876221 h 915154"/>
              <a:gd name="connsiteX38" fmla="*/ 283 w 912326"/>
              <a:gd name="connsiteY38" fmla="*/ 881689 h 915154"/>
              <a:gd name="connsiteX39" fmla="*/ 14329 w 912326"/>
              <a:gd name="connsiteY39" fmla="*/ 895546 h 915154"/>
              <a:gd name="connsiteX40" fmla="*/ 471 w 912326"/>
              <a:gd name="connsiteY40" fmla="*/ 909215 h 915154"/>
              <a:gd name="connsiteX41" fmla="*/ 5750 w 912326"/>
              <a:gd name="connsiteY41" fmla="*/ 914966 h 915154"/>
              <a:gd name="connsiteX42" fmla="*/ 6316 w 912326"/>
              <a:gd name="connsiteY42" fmla="*/ 914966 h 915154"/>
              <a:gd name="connsiteX43" fmla="*/ 324753 w 912326"/>
              <a:gd name="connsiteY43" fmla="*/ 914871 h 915154"/>
              <a:gd name="connsiteX44" fmla="*/ 330315 w 912326"/>
              <a:gd name="connsiteY44" fmla="*/ 908838 h 915154"/>
              <a:gd name="connsiteX45" fmla="*/ 316458 w 912326"/>
              <a:gd name="connsiteY45" fmla="*/ 895075 h 915154"/>
              <a:gd name="connsiteX46" fmla="*/ 330127 w 912326"/>
              <a:gd name="connsiteY46" fmla="*/ 881595 h 915154"/>
              <a:gd name="connsiteX47" fmla="*/ 324188 w 912326"/>
              <a:gd name="connsiteY47" fmla="*/ 875656 h 915154"/>
              <a:gd name="connsiteX48" fmla="*/ 310142 w 912326"/>
              <a:gd name="connsiteY48" fmla="*/ 889890 h 915154"/>
              <a:gd name="connsiteX49" fmla="*/ 296850 w 912326"/>
              <a:gd name="connsiteY49" fmla="*/ 876221 h 915154"/>
              <a:gd name="connsiteX50" fmla="*/ 291005 w 912326"/>
              <a:gd name="connsiteY50" fmla="*/ 881689 h 915154"/>
              <a:gd name="connsiteX51" fmla="*/ 305051 w 912326"/>
              <a:gd name="connsiteY51" fmla="*/ 895641 h 915154"/>
              <a:gd name="connsiteX52" fmla="*/ 291948 w 912326"/>
              <a:gd name="connsiteY52" fmla="*/ 908650 h 915154"/>
              <a:gd name="connsiteX53" fmla="*/ 297133 w 912326"/>
              <a:gd name="connsiteY53" fmla="*/ 915154 h 915154"/>
              <a:gd name="connsiteX54" fmla="*/ 310142 w 912326"/>
              <a:gd name="connsiteY54" fmla="*/ 901768 h 915154"/>
              <a:gd name="connsiteX55" fmla="*/ 324188 w 912326"/>
              <a:gd name="connsiteY55" fmla="*/ 914871 h 915154"/>
              <a:gd name="connsiteX56" fmla="*/ 324753 w 912326"/>
              <a:gd name="connsiteY56" fmla="*/ 914871 h 915154"/>
              <a:gd name="connsiteX57" fmla="*/ 595868 w 912326"/>
              <a:gd name="connsiteY57" fmla="*/ 20079 h 915154"/>
              <a:gd name="connsiteX58" fmla="*/ 582388 w 912326"/>
              <a:gd name="connsiteY58" fmla="*/ 33277 h 915154"/>
              <a:gd name="connsiteX59" fmla="*/ 588421 w 912326"/>
              <a:gd name="connsiteY59" fmla="*/ 39781 h 915154"/>
              <a:gd name="connsiteX60" fmla="*/ 601901 w 912326"/>
              <a:gd name="connsiteY60" fmla="*/ 25358 h 915154"/>
              <a:gd name="connsiteX61" fmla="*/ 615288 w 912326"/>
              <a:gd name="connsiteY61" fmla="*/ 39404 h 915154"/>
              <a:gd name="connsiteX62" fmla="*/ 621321 w 912326"/>
              <a:gd name="connsiteY62" fmla="*/ 33371 h 915154"/>
              <a:gd name="connsiteX63" fmla="*/ 607086 w 912326"/>
              <a:gd name="connsiteY63" fmla="*/ 19419 h 915154"/>
              <a:gd name="connsiteX64" fmla="*/ 620661 w 912326"/>
              <a:gd name="connsiteY64" fmla="*/ 6222 h 915154"/>
              <a:gd name="connsiteX65" fmla="*/ 615193 w 912326"/>
              <a:gd name="connsiteY65" fmla="*/ 377 h 915154"/>
              <a:gd name="connsiteX66" fmla="*/ 601242 w 912326"/>
              <a:gd name="connsiteY66" fmla="*/ 14612 h 915154"/>
              <a:gd name="connsiteX67" fmla="*/ 587667 w 912326"/>
              <a:gd name="connsiteY67" fmla="*/ 660 h 915154"/>
              <a:gd name="connsiteX68" fmla="*/ 581822 w 912326"/>
              <a:gd name="connsiteY68" fmla="*/ 6410 h 915154"/>
              <a:gd name="connsiteX69" fmla="*/ 595774 w 912326"/>
              <a:gd name="connsiteY69" fmla="*/ 20079 h 915154"/>
              <a:gd name="connsiteX70" fmla="*/ 39687 w 912326"/>
              <a:gd name="connsiteY70" fmla="*/ 325036 h 915154"/>
              <a:gd name="connsiteX71" fmla="*/ 25358 w 912326"/>
              <a:gd name="connsiteY71" fmla="*/ 311273 h 915154"/>
              <a:gd name="connsiteX72" fmla="*/ 38838 w 912326"/>
              <a:gd name="connsiteY72" fmla="*/ 297887 h 915154"/>
              <a:gd name="connsiteX73" fmla="*/ 33088 w 912326"/>
              <a:gd name="connsiteY73" fmla="*/ 291948 h 915154"/>
              <a:gd name="connsiteX74" fmla="*/ 19136 w 912326"/>
              <a:gd name="connsiteY74" fmla="*/ 306088 h 915154"/>
              <a:gd name="connsiteX75" fmla="*/ 5939 w 912326"/>
              <a:gd name="connsiteY75" fmla="*/ 292514 h 915154"/>
              <a:gd name="connsiteX76" fmla="*/ 0 w 912326"/>
              <a:gd name="connsiteY76" fmla="*/ 298264 h 915154"/>
              <a:gd name="connsiteX77" fmla="*/ 14234 w 912326"/>
              <a:gd name="connsiteY77" fmla="*/ 311933 h 915154"/>
              <a:gd name="connsiteX78" fmla="*/ 566 w 912326"/>
              <a:gd name="connsiteY78" fmla="*/ 325319 h 915154"/>
              <a:gd name="connsiteX79" fmla="*/ 6033 w 912326"/>
              <a:gd name="connsiteY79" fmla="*/ 331164 h 915154"/>
              <a:gd name="connsiteX80" fmla="*/ 19702 w 912326"/>
              <a:gd name="connsiteY80" fmla="*/ 317401 h 915154"/>
              <a:gd name="connsiteX81" fmla="*/ 33182 w 912326"/>
              <a:gd name="connsiteY81" fmla="*/ 331164 h 915154"/>
              <a:gd name="connsiteX82" fmla="*/ 39687 w 912326"/>
              <a:gd name="connsiteY82" fmla="*/ 325036 h 915154"/>
              <a:gd name="connsiteX83" fmla="*/ 329844 w 912326"/>
              <a:gd name="connsiteY83" fmla="*/ 298170 h 915154"/>
              <a:gd name="connsiteX84" fmla="*/ 324094 w 912326"/>
              <a:gd name="connsiteY84" fmla="*/ 291854 h 915154"/>
              <a:gd name="connsiteX85" fmla="*/ 310425 w 912326"/>
              <a:gd name="connsiteY85" fmla="*/ 306371 h 915154"/>
              <a:gd name="connsiteX86" fmla="*/ 296944 w 912326"/>
              <a:gd name="connsiteY86" fmla="*/ 292514 h 915154"/>
              <a:gd name="connsiteX87" fmla="*/ 291005 w 912326"/>
              <a:gd name="connsiteY87" fmla="*/ 298453 h 915154"/>
              <a:gd name="connsiteX88" fmla="*/ 305051 w 912326"/>
              <a:gd name="connsiteY88" fmla="*/ 312404 h 915154"/>
              <a:gd name="connsiteX89" fmla="*/ 291665 w 912326"/>
              <a:gd name="connsiteY89" fmla="*/ 325508 h 915154"/>
              <a:gd name="connsiteX90" fmla="*/ 297133 w 912326"/>
              <a:gd name="connsiteY90" fmla="*/ 331446 h 915154"/>
              <a:gd name="connsiteX91" fmla="*/ 310707 w 912326"/>
              <a:gd name="connsiteY91" fmla="*/ 317495 h 915154"/>
              <a:gd name="connsiteX92" fmla="*/ 323999 w 912326"/>
              <a:gd name="connsiteY92" fmla="*/ 331069 h 915154"/>
              <a:gd name="connsiteX93" fmla="*/ 330315 w 912326"/>
              <a:gd name="connsiteY93" fmla="*/ 325413 h 915154"/>
              <a:gd name="connsiteX94" fmla="*/ 316175 w 912326"/>
              <a:gd name="connsiteY94" fmla="*/ 311650 h 915154"/>
              <a:gd name="connsiteX95" fmla="*/ 329844 w 912326"/>
              <a:gd name="connsiteY95" fmla="*/ 298264 h 915154"/>
              <a:gd name="connsiteX96" fmla="*/ 19419 w 912326"/>
              <a:gd name="connsiteY96" fmla="*/ 598131 h 915154"/>
              <a:gd name="connsiteX97" fmla="*/ 6127 w 912326"/>
              <a:gd name="connsiteY97" fmla="*/ 584273 h 915154"/>
              <a:gd name="connsiteX98" fmla="*/ 283 w 912326"/>
              <a:gd name="connsiteY98" fmla="*/ 589929 h 915154"/>
              <a:gd name="connsiteX99" fmla="*/ 14329 w 912326"/>
              <a:gd name="connsiteY99" fmla="*/ 603504 h 915154"/>
              <a:gd name="connsiteX100" fmla="*/ 754 w 912326"/>
              <a:gd name="connsiteY100" fmla="*/ 616796 h 915154"/>
              <a:gd name="connsiteX101" fmla="*/ 6316 w 912326"/>
              <a:gd name="connsiteY101" fmla="*/ 623112 h 915154"/>
              <a:gd name="connsiteX102" fmla="*/ 20173 w 912326"/>
              <a:gd name="connsiteY102" fmla="*/ 609066 h 915154"/>
              <a:gd name="connsiteX103" fmla="*/ 33371 w 912326"/>
              <a:gd name="connsiteY103" fmla="*/ 622546 h 915154"/>
              <a:gd name="connsiteX104" fmla="*/ 39593 w 912326"/>
              <a:gd name="connsiteY104" fmla="*/ 616796 h 915154"/>
              <a:gd name="connsiteX105" fmla="*/ 25452 w 912326"/>
              <a:gd name="connsiteY105" fmla="*/ 603127 h 915154"/>
              <a:gd name="connsiteX106" fmla="*/ 39216 w 912326"/>
              <a:gd name="connsiteY106" fmla="*/ 589552 h 915154"/>
              <a:gd name="connsiteX107" fmla="*/ 33182 w 912326"/>
              <a:gd name="connsiteY107" fmla="*/ 583425 h 915154"/>
              <a:gd name="connsiteX108" fmla="*/ 19513 w 912326"/>
              <a:gd name="connsiteY108" fmla="*/ 598036 h 915154"/>
              <a:gd name="connsiteX109" fmla="*/ 297133 w 912326"/>
              <a:gd name="connsiteY109" fmla="*/ 584179 h 915154"/>
              <a:gd name="connsiteX110" fmla="*/ 291383 w 912326"/>
              <a:gd name="connsiteY110" fmla="*/ 589929 h 915154"/>
              <a:gd name="connsiteX111" fmla="*/ 305240 w 912326"/>
              <a:gd name="connsiteY111" fmla="*/ 603598 h 915154"/>
              <a:gd name="connsiteX112" fmla="*/ 291665 w 912326"/>
              <a:gd name="connsiteY112" fmla="*/ 616796 h 915154"/>
              <a:gd name="connsiteX113" fmla="*/ 297227 w 912326"/>
              <a:gd name="connsiteY113" fmla="*/ 622923 h 915154"/>
              <a:gd name="connsiteX114" fmla="*/ 310896 w 912326"/>
              <a:gd name="connsiteY114" fmla="*/ 609066 h 915154"/>
              <a:gd name="connsiteX115" fmla="*/ 324565 w 912326"/>
              <a:gd name="connsiteY115" fmla="*/ 622829 h 915154"/>
              <a:gd name="connsiteX116" fmla="*/ 330504 w 912326"/>
              <a:gd name="connsiteY116" fmla="*/ 616702 h 915154"/>
              <a:gd name="connsiteX117" fmla="*/ 316364 w 912326"/>
              <a:gd name="connsiteY117" fmla="*/ 603033 h 915154"/>
              <a:gd name="connsiteX118" fmla="*/ 330221 w 912326"/>
              <a:gd name="connsiteY118" fmla="*/ 589552 h 915154"/>
              <a:gd name="connsiteX119" fmla="*/ 324659 w 912326"/>
              <a:gd name="connsiteY119" fmla="*/ 583896 h 915154"/>
              <a:gd name="connsiteX120" fmla="*/ 310519 w 912326"/>
              <a:gd name="connsiteY120" fmla="*/ 598131 h 915154"/>
              <a:gd name="connsiteX121" fmla="*/ 297227 w 912326"/>
              <a:gd name="connsiteY121" fmla="*/ 584179 h 915154"/>
              <a:gd name="connsiteX122" fmla="*/ 19985 w 912326"/>
              <a:gd name="connsiteY122" fmla="*/ 25547 h 915154"/>
              <a:gd name="connsiteX123" fmla="*/ 33465 w 912326"/>
              <a:gd name="connsiteY123" fmla="*/ 39404 h 915154"/>
              <a:gd name="connsiteX124" fmla="*/ 39310 w 912326"/>
              <a:gd name="connsiteY124" fmla="*/ 33465 h 915154"/>
              <a:gd name="connsiteX125" fmla="*/ 25264 w 912326"/>
              <a:gd name="connsiteY125" fmla="*/ 19608 h 915154"/>
              <a:gd name="connsiteX126" fmla="*/ 39027 w 912326"/>
              <a:gd name="connsiteY126" fmla="*/ 6316 h 915154"/>
              <a:gd name="connsiteX127" fmla="*/ 33182 w 912326"/>
              <a:gd name="connsiteY127" fmla="*/ 283 h 915154"/>
              <a:gd name="connsiteX128" fmla="*/ 19231 w 912326"/>
              <a:gd name="connsiteY128" fmla="*/ 14517 h 915154"/>
              <a:gd name="connsiteX129" fmla="*/ 5939 w 912326"/>
              <a:gd name="connsiteY129" fmla="*/ 943 h 915154"/>
              <a:gd name="connsiteX130" fmla="*/ 189 w 912326"/>
              <a:gd name="connsiteY130" fmla="*/ 6410 h 915154"/>
              <a:gd name="connsiteX131" fmla="*/ 14234 w 912326"/>
              <a:gd name="connsiteY131" fmla="*/ 20173 h 915154"/>
              <a:gd name="connsiteX132" fmla="*/ 566 w 912326"/>
              <a:gd name="connsiteY132" fmla="*/ 33559 h 915154"/>
              <a:gd name="connsiteX133" fmla="*/ 6410 w 912326"/>
              <a:gd name="connsiteY133" fmla="*/ 39687 h 915154"/>
              <a:gd name="connsiteX134" fmla="*/ 20079 w 912326"/>
              <a:gd name="connsiteY134" fmla="*/ 25452 h 915154"/>
              <a:gd name="connsiteX135" fmla="*/ 615476 w 912326"/>
              <a:gd name="connsiteY135" fmla="*/ 330787 h 915154"/>
              <a:gd name="connsiteX136" fmla="*/ 621132 w 912326"/>
              <a:gd name="connsiteY136" fmla="*/ 325319 h 915154"/>
              <a:gd name="connsiteX137" fmla="*/ 606992 w 912326"/>
              <a:gd name="connsiteY137" fmla="*/ 311367 h 915154"/>
              <a:gd name="connsiteX138" fmla="*/ 620567 w 912326"/>
              <a:gd name="connsiteY138" fmla="*/ 298453 h 915154"/>
              <a:gd name="connsiteX139" fmla="*/ 615099 w 912326"/>
              <a:gd name="connsiteY139" fmla="*/ 291854 h 915154"/>
              <a:gd name="connsiteX140" fmla="*/ 601336 w 912326"/>
              <a:gd name="connsiteY140" fmla="*/ 305900 h 915154"/>
              <a:gd name="connsiteX141" fmla="*/ 588233 w 912326"/>
              <a:gd name="connsiteY141" fmla="*/ 292702 h 915154"/>
              <a:gd name="connsiteX142" fmla="*/ 581728 w 912326"/>
              <a:gd name="connsiteY142" fmla="*/ 298170 h 915154"/>
              <a:gd name="connsiteX143" fmla="*/ 595774 w 912326"/>
              <a:gd name="connsiteY143" fmla="*/ 311839 h 915154"/>
              <a:gd name="connsiteX144" fmla="*/ 582105 w 912326"/>
              <a:gd name="connsiteY144" fmla="*/ 325319 h 915154"/>
              <a:gd name="connsiteX145" fmla="*/ 587761 w 912326"/>
              <a:gd name="connsiteY145" fmla="*/ 330881 h 915154"/>
              <a:gd name="connsiteX146" fmla="*/ 601619 w 912326"/>
              <a:gd name="connsiteY146" fmla="*/ 316646 h 915154"/>
              <a:gd name="connsiteX147" fmla="*/ 615382 w 912326"/>
              <a:gd name="connsiteY147" fmla="*/ 330598 h 915154"/>
              <a:gd name="connsiteX148" fmla="*/ 887062 w 912326"/>
              <a:gd name="connsiteY148" fmla="*/ 20173 h 915154"/>
              <a:gd name="connsiteX149" fmla="*/ 873393 w 912326"/>
              <a:gd name="connsiteY149" fmla="*/ 33465 h 915154"/>
              <a:gd name="connsiteX150" fmla="*/ 878861 w 912326"/>
              <a:gd name="connsiteY150" fmla="*/ 39593 h 915154"/>
              <a:gd name="connsiteX151" fmla="*/ 892624 w 912326"/>
              <a:gd name="connsiteY151" fmla="*/ 25641 h 915154"/>
              <a:gd name="connsiteX152" fmla="*/ 906199 w 912326"/>
              <a:gd name="connsiteY152" fmla="*/ 39498 h 915154"/>
              <a:gd name="connsiteX153" fmla="*/ 912043 w 912326"/>
              <a:gd name="connsiteY153" fmla="*/ 33371 h 915154"/>
              <a:gd name="connsiteX154" fmla="*/ 897997 w 912326"/>
              <a:gd name="connsiteY154" fmla="*/ 19796 h 915154"/>
              <a:gd name="connsiteX155" fmla="*/ 911855 w 912326"/>
              <a:gd name="connsiteY155" fmla="*/ 6222 h 915154"/>
              <a:gd name="connsiteX156" fmla="*/ 905916 w 912326"/>
              <a:gd name="connsiteY156" fmla="*/ 189 h 915154"/>
              <a:gd name="connsiteX157" fmla="*/ 892247 w 912326"/>
              <a:gd name="connsiteY157" fmla="*/ 14800 h 915154"/>
              <a:gd name="connsiteX158" fmla="*/ 878955 w 912326"/>
              <a:gd name="connsiteY158" fmla="*/ 660 h 915154"/>
              <a:gd name="connsiteX159" fmla="*/ 873016 w 912326"/>
              <a:gd name="connsiteY159" fmla="*/ 6410 h 915154"/>
              <a:gd name="connsiteX160" fmla="*/ 887157 w 912326"/>
              <a:gd name="connsiteY160" fmla="*/ 20173 h 915154"/>
              <a:gd name="connsiteX161" fmla="*/ 588044 w 912326"/>
              <a:gd name="connsiteY161" fmla="*/ 584273 h 915154"/>
              <a:gd name="connsiteX162" fmla="*/ 581728 w 912326"/>
              <a:gd name="connsiteY162" fmla="*/ 590118 h 915154"/>
              <a:gd name="connsiteX163" fmla="*/ 595868 w 912326"/>
              <a:gd name="connsiteY163" fmla="*/ 603598 h 915154"/>
              <a:gd name="connsiteX164" fmla="*/ 582105 w 912326"/>
              <a:gd name="connsiteY164" fmla="*/ 617079 h 915154"/>
              <a:gd name="connsiteX165" fmla="*/ 587761 w 912326"/>
              <a:gd name="connsiteY165" fmla="*/ 622829 h 915154"/>
              <a:gd name="connsiteX166" fmla="*/ 601336 w 912326"/>
              <a:gd name="connsiteY166" fmla="*/ 608689 h 915154"/>
              <a:gd name="connsiteX167" fmla="*/ 615099 w 912326"/>
              <a:gd name="connsiteY167" fmla="*/ 622640 h 915154"/>
              <a:gd name="connsiteX168" fmla="*/ 621038 w 912326"/>
              <a:gd name="connsiteY168" fmla="*/ 616984 h 915154"/>
              <a:gd name="connsiteX169" fmla="*/ 606898 w 912326"/>
              <a:gd name="connsiteY169" fmla="*/ 603127 h 915154"/>
              <a:gd name="connsiteX170" fmla="*/ 620378 w 912326"/>
              <a:gd name="connsiteY170" fmla="*/ 590118 h 915154"/>
              <a:gd name="connsiteX171" fmla="*/ 615005 w 912326"/>
              <a:gd name="connsiteY171" fmla="*/ 583613 h 915154"/>
              <a:gd name="connsiteX172" fmla="*/ 601242 w 912326"/>
              <a:gd name="connsiteY172" fmla="*/ 597565 h 915154"/>
              <a:gd name="connsiteX173" fmla="*/ 587950 w 912326"/>
              <a:gd name="connsiteY173" fmla="*/ 584179 h 915154"/>
              <a:gd name="connsiteX174" fmla="*/ 305146 w 912326"/>
              <a:gd name="connsiteY174" fmla="*/ 20362 h 915154"/>
              <a:gd name="connsiteX175" fmla="*/ 291665 w 912326"/>
              <a:gd name="connsiteY175" fmla="*/ 33465 h 915154"/>
              <a:gd name="connsiteX176" fmla="*/ 297133 w 912326"/>
              <a:gd name="connsiteY176" fmla="*/ 39687 h 915154"/>
              <a:gd name="connsiteX177" fmla="*/ 310896 w 912326"/>
              <a:gd name="connsiteY177" fmla="*/ 25641 h 915154"/>
              <a:gd name="connsiteX178" fmla="*/ 324471 w 912326"/>
              <a:gd name="connsiteY178" fmla="*/ 39404 h 915154"/>
              <a:gd name="connsiteX179" fmla="*/ 330409 w 912326"/>
              <a:gd name="connsiteY179" fmla="*/ 33371 h 915154"/>
              <a:gd name="connsiteX180" fmla="*/ 316269 w 912326"/>
              <a:gd name="connsiteY180" fmla="*/ 19608 h 915154"/>
              <a:gd name="connsiteX181" fmla="*/ 329750 w 912326"/>
              <a:gd name="connsiteY181" fmla="*/ 6316 h 915154"/>
              <a:gd name="connsiteX182" fmla="*/ 324188 w 912326"/>
              <a:gd name="connsiteY182" fmla="*/ 0 h 915154"/>
              <a:gd name="connsiteX183" fmla="*/ 309953 w 912326"/>
              <a:gd name="connsiteY183" fmla="*/ 14423 h 915154"/>
              <a:gd name="connsiteX184" fmla="*/ 296944 w 912326"/>
              <a:gd name="connsiteY184" fmla="*/ 566 h 915154"/>
              <a:gd name="connsiteX185" fmla="*/ 291005 w 912326"/>
              <a:gd name="connsiteY185" fmla="*/ 6222 h 915154"/>
              <a:gd name="connsiteX186" fmla="*/ 305051 w 912326"/>
              <a:gd name="connsiteY186" fmla="*/ 20173 h 915154"/>
              <a:gd name="connsiteX187" fmla="*/ 911478 w 912326"/>
              <a:gd name="connsiteY187" fmla="*/ 298076 h 915154"/>
              <a:gd name="connsiteX188" fmla="*/ 906104 w 912326"/>
              <a:gd name="connsiteY188" fmla="*/ 291948 h 915154"/>
              <a:gd name="connsiteX189" fmla="*/ 892341 w 912326"/>
              <a:gd name="connsiteY189" fmla="*/ 305900 h 915154"/>
              <a:gd name="connsiteX190" fmla="*/ 879144 w 912326"/>
              <a:gd name="connsiteY190" fmla="*/ 292608 h 915154"/>
              <a:gd name="connsiteX191" fmla="*/ 872828 w 912326"/>
              <a:gd name="connsiteY191" fmla="*/ 298453 h 915154"/>
              <a:gd name="connsiteX192" fmla="*/ 886779 w 912326"/>
              <a:gd name="connsiteY192" fmla="*/ 312121 h 915154"/>
              <a:gd name="connsiteX193" fmla="*/ 873393 w 912326"/>
              <a:gd name="connsiteY193" fmla="*/ 325413 h 915154"/>
              <a:gd name="connsiteX194" fmla="*/ 879144 w 912326"/>
              <a:gd name="connsiteY194" fmla="*/ 331446 h 915154"/>
              <a:gd name="connsiteX195" fmla="*/ 893190 w 912326"/>
              <a:gd name="connsiteY195" fmla="*/ 317023 h 915154"/>
              <a:gd name="connsiteX196" fmla="*/ 906199 w 912326"/>
              <a:gd name="connsiteY196" fmla="*/ 330315 h 915154"/>
              <a:gd name="connsiteX197" fmla="*/ 912043 w 912326"/>
              <a:gd name="connsiteY197" fmla="*/ 325413 h 915154"/>
              <a:gd name="connsiteX198" fmla="*/ 897903 w 912326"/>
              <a:gd name="connsiteY198" fmla="*/ 311462 h 915154"/>
              <a:gd name="connsiteX199" fmla="*/ 911478 w 912326"/>
              <a:gd name="connsiteY199" fmla="*/ 298076 h 915154"/>
              <a:gd name="connsiteX200" fmla="*/ 872828 w 912326"/>
              <a:gd name="connsiteY200" fmla="*/ 590024 h 915154"/>
              <a:gd name="connsiteX201" fmla="*/ 887157 w 912326"/>
              <a:gd name="connsiteY201" fmla="*/ 603598 h 915154"/>
              <a:gd name="connsiteX202" fmla="*/ 873393 w 912326"/>
              <a:gd name="connsiteY202" fmla="*/ 617079 h 915154"/>
              <a:gd name="connsiteX203" fmla="*/ 878955 w 912326"/>
              <a:gd name="connsiteY203" fmla="*/ 623018 h 915154"/>
              <a:gd name="connsiteX204" fmla="*/ 892530 w 912326"/>
              <a:gd name="connsiteY204" fmla="*/ 608972 h 915154"/>
              <a:gd name="connsiteX205" fmla="*/ 905916 w 912326"/>
              <a:gd name="connsiteY205" fmla="*/ 622923 h 915154"/>
              <a:gd name="connsiteX206" fmla="*/ 912326 w 912326"/>
              <a:gd name="connsiteY206" fmla="*/ 616796 h 915154"/>
              <a:gd name="connsiteX207" fmla="*/ 897903 w 912326"/>
              <a:gd name="connsiteY207" fmla="*/ 602844 h 915154"/>
              <a:gd name="connsiteX208" fmla="*/ 911478 w 912326"/>
              <a:gd name="connsiteY208" fmla="*/ 590024 h 915154"/>
              <a:gd name="connsiteX209" fmla="*/ 905916 w 912326"/>
              <a:gd name="connsiteY209" fmla="*/ 583708 h 915154"/>
              <a:gd name="connsiteX210" fmla="*/ 892341 w 912326"/>
              <a:gd name="connsiteY210" fmla="*/ 597754 h 915154"/>
              <a:gd name="connsiteX211" fmla="*/ 878861 w 912326"/>
              <a:gd name="connsiteY211" fmla="*/ 584085 h 915154"/>
              <a:gd name="connsiteX212" fmla="*/ 872828 w 912326"/>
              <a:gd name="connsiteY212" fmla="*/ 590118 h 915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912326" h="915154">
                <a:moveTo>
                  <a:pt x="587573" y="914871"/>
                </a:moveTo>
                <a:cubicBezTo>
                  <a:pt x="585876" y="912986"/>
                  <a:pt x="584085" y="911195"/>
                  <a:pt x="582199" y="909215"/>
                </a:cubicBezTo>
                <a:cubicBezTo>
                  <a:pt x="586819" y="904690"/>
                  <a:pt x="591343" y="900166"/>
                  <a:pt x="596151" y="895546"/>
                </a:cubicBezTo>
                <a:cubicBezTo>
                  <a:pt x="591249" y="890739"/>
                  <a:pt x="586724" y="886308"/>
                  <a:pt x="582011" y="881689"/>
                </a:cubicBezTo>
                <a:cubicBezTo>
                  <a:pt x="584085" y="879804"/>
                  <a:pt x="585970" y="878107"/>
                  <a:pt x="588044" y="876316"/>
                </a:cubicBezTo>
                <a:cubicBezTo>
                  <a:pt x="592286" y="880652"/>
                  <a:pt x="596622" y="885271"/>
                  <a:pt x="601147" y="889890"/>
                </a:cubicBezTo>
                <a:cubicBezTo>
                  <a:pt x="606049" y="884894"/>
                  <a:pt x="610386" y="880369"/>
                  <a:pt x="614910" y="875750"/>
                </a:cubicBezTo>
                <a:cubicBezTo>
                  <a:pt x="617173" y="878107"/>
                  <a:pt x="618870" y="879992"/>
                  <a:pt x="620944" y="882066"/>
                </a:cubicBezTo>
                <a:cubicBezTo>
                  <a:pt x="616607" y="886308"/>
                  <a:pt x="612082" y="890739"/>
                  <a:pt x="607463" y="895264"/>
                </a:cubicBezTo>
                <a:cubicBezTo>
                  <a:pt x="612082" y="899883"/>
                  <a:pt x="616607" y="904313"/>
                  <a:pt x="621321" y="909027"/>
                </a:cubicBezTo>
                <a:cubicBezTo>
                  <a:pt x="619153" y="911006"/>
                  <a:pt x="617361" y="912703"/>
                  <a:pt x="615476" y="914400"/>
                </a:cubicBezTo>
                <a:cubicBezTo>
                  <a:pt x="611234" y="910064"/>
                  <a:pt x="606803" y="905539"/>
                  <a:pt x="602844" y="901485"/>
                </a:cubicBezTo>
                <a:cubicBezTo>
                  <a:pt x="597659" y="906293"/>
                  <a:pt x="592946" y="910629"/>
                  <a:pt x="588327" y="914966"/>
                </a:cubicBezTo>
                <a:lnTo>
                  <a:pt x="587761" y="914966"/>
                </a:lnTo>
                <a:close/>
                <a:moveTo>
                  <a:pt x="878861" y="914871"/>
                </a:moveTo>
                <a:cubicBezTo>
                  <a:pt x="883386" y="910441"/>
                  <a:pt x="888005" y="906010"/>
                  <a:pt x="892341" y="901768"/>
                </a:cubicBezTo>
                <a:cubicBezTo>
                  <a:pt x="896866" y="906104"/>
                  <a:pt x="901485" y="910535"/>
                  <a:pt x="906104" y="914871"/>
                </a:cubicBezTo>
                <a:lnTo>
                  <a:pt x="906670" y="914871"/>
                </a:lnTo>
                <a:cubicBezTo>
                  <a:pt x="908367" y="912986"/>
                  <a:pt x="910158" y="911006"/>
                  <a:pt x="912138" y="908744"/>
                </a:cubicBezTo>
                <a:cubicBezTo>
                  <a:pt x="907424" y="904219"/>
                  <a:pt x="902899" y="899789"/>
                  <a:pt x="898280" y="895169"/>
                </a:cubicBezTo>
                <a:cubicBezTo>
                  <a:pt x="902899" y="890644"/>
                  <a:pt x="907424" y="886214"/>
                  <a:pt x="911666" y="881972"/>
                </a:cubicBezTo>
                <a:cubicBezTo>
                  <a:pt x="909781" y="879898"/>
                  <a:pt x="908084" y="877918"/>
                  <a:pt x="905916" y="875467"/>
                </a:cubicBezTo>
                <a:cubicBezTo>
                  <a:pt x="901297" y="880275"/>
                  <a:pt x="896960" y="884800"/>
                  <a:pt x="892247" y="889796"/>
                </a:cubicBezTo>
                <a:cubicBezTo>
                  <a:pt x="887628" y="885083"/>
                  <a:pt x="883197" y="880558"/>
                  <a:pt x="878672" y="875939"/>
                </a:cubicBezTo>
                <a:cubicBezTo>
                  <a:pt x="876787" y="877918"/>
                  <a:pt x="874996" y="879709"/>
                  <a:pt x="872828" y="881878"/>
                </a:cubicBezTo>
                <a:cubicBezTo>
                  <a:pt x="877447" y="886402"/>
                  <a:pt x="881972" y="890833"/>
                  <a:pt x="886874" y="895735"/>
                </a:cubicBezTo>
                <a:cubicBezTo>
                  <a:pt x="882160" y="900260"/>
                  <a:pt x="877730" y="904690"/>
                  <a:pt x="873111" y="909121"/>
                </a:cubicBezTo>
                <a:cubicBezTo>
                  <a:pt x="874902" y="911195"/>
                  <a:pt x="876599" y="913080"/>
                  <a:pt x="878201" y="914966"/>
                </a:cubicBezTo>
                <a:lnTo>
                  <a:pt x="878767" y="914966"/>
                </a:lnTo>
                <a:close/>
                <a:moveTo>
                  <a:pt x="6222" y="914871"/>
                </a:moveTo>
                <a:cubicBezTo>
                  <a:pt x="10841" y="910441"/>
                  <a:pt x="15366" y="906010"/>
                  <a:pt x="20362" y="901297"/>
                </a:cubicBezTo>
                <a:cubicBezTo>
                  <a:pt x="24604" y="905633"/>
                  <a:pt x="29035" y="910064"/>
                  <a:pt x="33654" y="914683"/>
                </a:cubicBezTo>
                <a:cubicBezTo>
                  <a:pt x="35539" y="912797"/>
                  <a:pt x="37236" y="911006"/>
                  <a:pt x="39404" y="908744"/>
                </a:cubicBezTo>
                <a:cubicBezTo>
                  <a:pt x="34785" y="904219"/>
                  <a:pt x="30260" y="899789"/>
                  <a:pt x="25358" y="895075"/>
                </a:cubicBezTo>
                <a:cubicBezTo>
                  <a:pt x="30072" y="890456"/>
                  <a:pt x="34596" y="886025"/>
                  <a:pt x="38838" y="881972"/>
                </a:cubicBezTo>
                <a:cubicBezTo>
                  <a:pt x="36953" y="879992"/>
                  <a:pt x="35162" y="878107"/>
                  <a:pt x="32805" y="875656"/>
                </a:cubicBezTo>
                <a:cubicBezTo>
                  <a:pt x="28375" y="880275"/>
                  <a:pt x="24038" y="884800"/>
                  <a:pt x="19231" y="889890"/>
                </a:cubicBezTo>
                <a:cubicBezTo>
                  <a:pt x="14706" y="885177"/>
                  <a:pt x="10369" y="880652"/>
                  <a:pt x="6033" y="876221"/>
                </a:cubicBezTo>
                <a:cubicBezTo>
                  <a:pt x="4148" y="878013"/>
                  <a:pt x="2262" y="879804"/>
                  <a:pt x="283" y="881689"/>
                </a:cubicBezTo>
                <a:cubicBezTo>
                  <a:pt x="4996" y="886308"/>
                  <a:pt x="9427" y="890739"/>
                  <a:pt x="14329" y="895546"/>
                </a:cubicBezTo>
                <a:cubicBezTo>
                  <a:pt x="9615" y="900166"/>
                  <a:pt x="5090" y="904690"/>
                  <a:pt x="471" y="909215"/>
                </a:cubicBezTo>
                <a:cubicBezTo>
                  <a:pt x="2357" y="911195"/>
                  <a:pt x="4054" y="913080"/>
                  <a:pt x="5750" y="914966"/>
                </a:cubicBezTo>
                <a:lnTo>
                  <a:pt x="6316" y="914966"/>
                </a:lnTo>
                <a:close/>
                <a:moveTo>
                  <a:pt x="324753" y="914871"/>
                </a:moveTo>
                <a:cubicBezTo>
                  <a:pt x="326545" y="912986"/>
                  <a:pt x="328241" y="911006"/>
                  <a:pt x="330315" y="908838"/>
                </a:cubicBezTo>
                <a:cubicBezTo>
                  <a:pt x="325696" y="904219"/>
                  <a:pt x="321171" y="899789"/>
                  <a:pt x="316458" y="895075"/>
                </a:cubicBezTo>
                <a:cubicBezTo>
                  <a:pt x="320983" y="890550"/>
                  <a:pt x="325508" y="886120"/>
                  <a:pt x="330127" y="881595"/>
                </a:cubicBezTo>
                <a:cubicBezTo>
                  <a:pt x="328241" y="879709"/>
                  <a:pt x="326450" y="877918"/>
                  <a:pt x="324188" y="875656"/>
                </a:cubicBezTo>
                <a:cubicBezTo>
                  <a:pt x="319569" y="880275"/>
                  <a:pt x="315138" y="884800"/>
                  <a:pt x="310142" y="889890"/>
                </a:cubicBezTo>
                <a:cubicBezTo>
                  <a:pt x="305523" y="885177"/>
                  <a:pt x="301092" y="880652"/>
                  <a:pt x="296850" y="876221"/>
                </a:cubicBezTo>
                <a:cubicBezTo>
                  <a:pt x="294965" y="878013"/>
                  <a:pt x="293079" y="879709"/>
                  <a:pt x="291005" y="881689"/>
                </a:cubicBezTo>
                <a:cubicBezTo>
                  <a:pt x="295719" y="886308"/>
                  <a:pt x="300149" y="890739"/>
                  <a:pt x="305051" y="895641"/>
                </a:cubicBezTo>
                <a:cubicBezTo>
                  <a:pt x="300432" y="900260"/>
                  <a:pt x="295907" y="904690"/>
                  <a:pt x="291948" y="908650"/>
                </a:cubicBezTo>
                <a:cubicBezTo>
                  <a:pt x="293645" y="910724"/>
                  <a:pt x="295153" y="912703"/>
                  <a:pt x="297133" y="915154"/>
                </a:cubicBezTo>
                <a:cubicBezTo>
                  <a:pt x="301846" y="910346"/>
                  <a:pt x="306183" y="905822"/>
                  <a:pt x="310142" y="901768"/>
                </a:cubicBezTo>
                <a:cubicBezTo>
                  <a:pt x="314950" y="906199"/>
                  <a:pt x="319569" y="910535"/>
                  <a:pt x="324188" y="914871"/>
                </a:cubicBezTo>
                <a:lnTo>
                  <a:pt x="324753" y="914871"/>
                </a:lnTo>
                <a:close/>
                <a:moveTo>
                  <a:pt x="595868" y="20079"/>
                </a:moveTo>
                <a:cubicBezTo>
                  <a:pt x="591249" y="24604"/>
                  <a:pt x="586724" y="29035"/>
                  <a:pt x="582388" y="33277"/>
                </a:cubicBezTo>
                <a:cubicBezTo>
                  <a:pt x="584368" y="35351"/>
                  <a:pt x="586064" y="37236"/>
                  <a:pt x="588421" y="39781"/>
                </a:cubicBezTo>
                <a:cubicBezTo>
                  <a:pt x="592852" y="35068"/>
                  <a:pt x="597188" y="30449"/>
                  <a:pt x="601901" y="25358"/>
                </a:cubicBezTo>
                <a:cubicBezTo>
                  <a:pt x="606521" y="30166"/>
                  <a:pt x="610857" y="34691"/>
                  <a:pt x="615288" y="39404"/>
                </a:cubicBezTo>
                <a:cubicBezTo>
                  <a:pt x="617267" y="37424"/>
                  <a:pt x="619058" y="35633"/>
                  <a:pt x="621321" y="33371"/>
                </a:cubicBezTo>
                <a:cubicBezTo>
                  <a:pt x="616607" y="28752"/>
                  <a:pt x="612082" y="24321"/>
                  <a:pt x="607086" y="19419"/>
                </a:cubicBezTo>
                <a:cubicBezTo>
                  <a:pt x="611705" y="14894"/>
                  <a:pt x="616230" y="10558"/>
                  <a:pt x="620661" y="6222"/>
                </a:cubicBezTo>
                <a:cubicBezTo>
                  <a:pt x="618870" y="4242"/>
                  <a:pt x="617173" y="2451"/>
                  <a:pt x="615193" y="377"/>
                </a:cubicBezTo>
                <a:cubicBezTo>
                  <a:pt x="610574" y="5090"/>
                  <a:pt x="606144" y="9521"/>
                  <a:pt x="601242" y="14612"/>
                </a:cubicBezTo>
                <a:cubicBezTo>
                  <a:pt x="596622" y="9804"/>
                  <a:pt x="592192" y="5279"/>
                  <a:pt x="587667" y="660"/>
                </a:cubicBezTo>
                <a:cubicBezTo>
                  <a:pt x="585782" y="2545"/>
                  <a:pt x="584085" y="4242"/>
                  <a:pt x="581822" y="6410"/>
                </a:cubicBezTo>
                <a:cubicBezTo>
                  <a:pt x="586536" y="11029"/>
                  <a:pt x="591061" y="15460"/>
                  <a:pt x="595774" y="20079"/>
                </a:cubicBezTo>
                <a:close/>
                <a:moveTo>
                  <a:pt x="39687" y="325036"/>
                </a:moveTo>
                <a:cubicBezTo>
                  <a:pt x="34879" y="320417"/>
                  <a:pt x="30354" y="315986"/>
                  <a:pt x="25358" y="311273"/>
                </a:cubicBezTo>
                <a:cubicBezTo>
                  <a:pt x="29977" y="306748"/>
                  <a:pt x="34408" y="302318"/>
                  <a:pt x="38838" y="297887"/>
                </a:cubicBezTo>
                <a:cubicBezTo>
                  <a:pt x="37047" y="296002"/>
                  <a:pt x="35351" y="294211"/>
                  <a:pt x="33088" y="291948"/>
                </a:cubicBezTo>
                <a:cubicBezTo>
                  <a:pt x="28469" y="296567"/>
                  <a:pt x="24038" y="301092"/>
                  <a:pt x="19136" y="306088"/>
                </a:cubicBezTo>
                <a:cubicBezTo>
                  <a:pt x="14612" y="301469"/>
                  <a:pt x="10181" y="296944"/>
                  <a:pt x="5939" y="292514"/>
                </a:cubicBezTo>
                <a:cubicBezTo>
                  <a:pt x="4054" y="294305"/>
                  <a:pt x="2262" y="296096"/>
                  <a:pt x="0" y="298264"/>
                </a:cubicBezTo>
                <a:cubicBezTo>
                  <a:pt x="4713" y="302789"/>
                  <a:pt x="9238" y="307125"/>
                  <a:pt x="14234" y="311933"/>
                </a:cubicBezTo>
                <a:cubicBezTo>
                  <a:pt x="9521" y="316552"/>
                  <a:pt x="4996" y="320983"/>
                  <a:pt x="566" y="325319"/>
                </a:cubicBezTo>
                <a:cubicBezTo>
                  <a:pt x="2357" y="327204"/>
                  <a:pt x="4054" y="329090"/>
                  <a:pt x="6033" y="331164"/>
                </a:cubicBezTo>
                <a:cubicBezTo>
                  <a:pt x="10652" y="326545"/>
                  <a:pt x="15083" y="322020"/>
                  <a:pt x="19702" y="317401"/>
                </a:cubicBezTo>
                <a:cubicBezTo>
                  <a:pt x="24321" y="322114"/>
                  <a:pt x="28752" y="326639"/>
                  <a:pt x="33182" y="331164"/>
                </a:cubicBezTo>
                <a:cubicBezTo>
                  <a:pt x="35539" y="328995"/>
                  <a:pt x="37330" y="327204"/>
                  <a:pt x="39687" y="325036"/>
                </a:cubicBezTo>
                <a:close/>
                <a:moveTo>
                  <a:pt x="329844" y="298170"/>
                </a:moveTo>
                <a:cubicBezTo>
                  <a:pt x="328053" y="296190"/>
                  <a:pt x="326356" y="294305"/>
                  <a:pt x="324094" y="291854"/>
                </a:cubicBezTo>
                <a:cubicBezTo>
                  <a:pt x="319569" y="296662"/>
                  <a:pt x="315232" y="301281"/>
                  <a:pt x="310425" y="306371"/>
                </a:cubicBezTo>
                <a:cubicBezTo>
                  <a:pt x="305711" y="301469"/>
                  <a:pt x="301281" y="297039"/>
                  <a:pt x="296944" y="292514"/>
                </a:cubicBezTo>
                <a:cubicBezTo>
                  <a:pt x="295059" y="294399"/>
                  <a:pt x="293268" y="296190"/>
                  <a:pt x="291005" y="298453"/>
                </a:cubicBezTo>
                <a:cubicBezTo>
                  <a:pt x="295625" y="302978"/>
                  <a:pt x="300149" y="307408"/>
                  <a:pt x="305051" y="312404"/>
                </a:cubicBezTo>
                <a:cubicBezTo>
                  <a:pt x="300432" y="316835"/>
                  <a:pt x="295907" y="321265"/>
                  <a:pt x="291665" y="325508"/>
                </a:cubicBezTo>
                <a:cubicBezTo>
                  <a:pt x="293456" y="327393"/>
                  <a:pt x="295153" y="329278"/>
                  <a:pt x="297133" y="331446"/>
                </a:cubicBezTo>
                <a:cubicBezTo>
                  <a:pt x="301658" y="326733"/>
                  <a:pt x="306088" y="322208"/>
                  <a:pt x="310707" y="317495"/>
                </a:cubicBezTo>
                <a:cubicBezTo>
                  <a:pt x="315327" y="322302"/>
                  <a:pt x="319757" y="326827"/>
                  <a:pt x="323999" y="331069"/>
                </a:cubicBezTo>
                <a:cubicBezTo>
                  <a:pt x="326262" y="329090"/>
                  <a:pt x="328147" y="327299"/>
                  <a:pt x="330315" y="325413"/>
                </a:cubicBezTo>
                <a:cubicBezTo>
                  <a:pt x="325602" y="320888"/>
                  <a:pt x="321171" y="316552"/>
                  <a:pt x="316175" y="311650"/>
                </a:cubicBezTo>
                <a:cubicBezTo>
                  <a:pt x="320983" y="306937"/>
                  <a:pt x="325508" y="302506"/>
                  <a:pt x="329844" y="298264"/>
                </a:cubicBezTo>
                <a:close/>
                <a:moveTo>
                  <a:pt x="19419" y="598131"/>
                </a:moveTo>
                <a:cubicBezTo>
                  <a:pt x="14706" y="593229"/>
                  <a:pt x="10369" y="588704"/>
                  <a:pt x="6127" y="584273"/>
                </a:cubicBezTo>
                <a:cubicBezTo>
                  <a:pt x="4242" y="586159"/>
                  <a:pt x="2451" y="587856"/>
                  <a:pt x="283" y="589929"/>
                </a:cubicBezTo>
                <a:cubicBezTo>
                  <a:pt x="4808" y="594360"/>
                  <a:pt x="9427" y="598696"/>
                  <a:pt x="14329" y="603504"/>
                </a:cubicBezTo>
                <a:cubicBezTo>
                  <a:pt x="9521" y="608217"/>
                  <a:pt x="4996" y="612742"/>
                  <a:pt x="754" y="616796"/>
                </a:cubicBezTo>
                <a:cubicBezTo>
                  <a:pt x="2545" y="618870"/>
                  <a:pt x="4242" y="620755"/>
                  <a:pt x="6316" y="623112"/>
                </a:cubicBezTo>
                <a:cubicBezTo>
                  <a:pt x="10935" y="618398"/>
                  <a:pt x="15366" y="613874"/>
                  <a:pt x="20173" y="609066"/>
                </a:cubicBezTo>
                <a:cubicBezTo>
                  <a:pt x="24698" y="613685"/>
                  <a:pt x="29035" y="618116"/>
                  <a:pt x="33371" y="622546"/>
                </a:cubicBezTo>
                <a:cubicBezTo>
                  <a:pt x="35445" y="620661"/>
                  <a:pt x="37236" y="618964"/>
                  <a:pt x="39593" y="616796"/>
                </a:cubicBezTo>
                <a:cubicBezTo>
                  <a:pt x="34973" y="612271"/>
                  <a:pt x="30354" y="607840"/>
                  <a:pt x="25452" y="603127"/>
                </a:cubicBezTo>
                <a:cubicBezTo>
                  <a:pt x="30166" y="598414"/>
                  <a:pt x="34691" y="593983"/>
                  <a:pt x="39216" y="589552"/>
                </a:cubicBezTo>
                <a:cubicBezTo>
                  <a:pt x="37330" y="587667"/>
                  <a:pt x="35539" y="585876"/>
                  <a:pt x="33182" y="583425"/>
                </a:cubicBezTo>
                <a:cubicBezTo>
                  <a:pt x="28752" y="588233"/>
                  <a:pt x="24321" y="592852"/>
                  <a:pt x="19513" y="598036"/>
                </a:cubicBezTo>
                <a:close/>
                <a:moveTo>
                  <a:pt x="297133" y="584179"/>
                </a:moveTo>
                <a:cubicBezTo>
                  <a:pt x="295153" y="586159"/>
                  <a:pt x="293362" y="587950"/>
                  <a:pt x="291383" y="589929"/>
                </a:cubicBezTo>
                <a:cubicBezTo>
                  <a:pt x="295813" y="594360"/>
                  <a:pt x="300338" y="598791"/>
                  <a:pt x="305240" y="603598"/>
                </a:cubicBezTo>
                <a:cubicBezTo>
                  <a:pt x="300527" y="608217"/>
                  <a:pt x="296002" y="612648"/>
                  <a:pt x="291665" y="616796"/>
                </a:cubicBezTo>
                <a:cubicBezTo>
                  <a:pt x="293551" y="618870"/>
                  <a:pt x="295248" y="620755"/>
                  <a:pt x="297227" y="622923"/>
                </a:cubicBezTo>
                <a:cubicBezTo>
                  <a:pt x="301846" y="618304"/>
                  <a:pt x="306183" y="613779"/>
                  <a:pt x="310896" y="609066"/>
                </a:cubicBezTo>
                <a:cubicBezTo>
                  <a:pt x="315515" y="613685"/>
                  <a:pt x="319946" y="618210"/>
                  <a:pt x="324565" y="622829"/>
                </a:cubicBezTo>
                <a:cubicBezTo>
                  <a:pt x="326545" y="620755"/>
                  <a:pt x="328241" y="618964"/>
                  <a:pt x="330504" y="616702"/>
                </a:cubicBezTo>
                <a:cubicBezTo>
                  <a:pt x="325885" y="612271"/>
                  <a:pt x="321360" y="607840"/>
                  <a:pt x="316364" y="603033"/>
                </a:cubicBezTo>
                <a:cubicBezTo>
                  <a:pt x="321077" y="598414"/>
                  <a:pt x="325602" y="594077"/>
                  <a:pt x="330221" y="589552"/>
                </a:cubicBezTo>
                <a:cubicBezTo>
                  <a:pt x="328336" y="587573"/>
                  <a:pt x="326545" y="585782"/>
                  <a:pt x="324659" y="583896"/>
                </a:cubicBezTo>
                <a:cubicBezTo>
                  <a:pt x="320040" y="588515"/>
                  <a:pt x="315609" y="592946"/>
                  <a:pt x="310519" y="598131"/>
                </a:cubicBezTo>
                <a:cubicBezTo>
                  <a:pt x="305806" y="593135"/>
                  <a:pt x="301469" y="588610"/>
                  <a:pt x="297227" y="584179"/>
                </a:cubicBezTo>
                <a:close/>
                <a:moveTo>
                  <a:pt x="19985" y="25547"/>
                </a:moveTo>
                <a:cubicBezTo>
                  <a:pt x="24604" y="30260"/>
                  <a:pt x="28940" y="34785"/>
                  <a:pt x="33465" y="39404"/>
                </a:cubicBezTo>
                <a:cubicBezTo>
                  <a:pt x="35445" y="37424"/>
                  <a:pt x="37142" y="35633"/>
                  <a:pt x="39310" y="33465"/>
                </a:cubicBezTo>
                <a:cubicBezTo>
                  <a:pt x="34691" y="28940"/>
                  <a:pt x="30166" y="24510"/>
                  <a:pt x="25264" y="19608"/>
                </a:cubicBezTo>
                <a:cubicBezTo>
                  <a:pt x="29977" y="15083"/>
                  <a:pt x="34502" y="10652"/>
                  <a:pt x="39027" y="6316"/>
                </a:cubicBezTo>
                <a:cubicBezTo>
                  <a:pt x="37142" y="4336"/>
                  <a:pt x="35351" y="2545"/>
                  <a:pt x="33182" y="283"/>
                </a:cubicBezTo>
                <a:cubicBezTo>
                  <a:pt x="28563" y="4996"/>
                  <a:pt x="24133" y="9521"/>
                  <a:pt x="19231" y="14517"/>
                </a:cubicBezTo>
                <a:cubicBezTo>
                  <a:pt x="14612" y="9804"/>
                  <a:pt x="10181" y="5373"/>
                  <a:pt x="5939" y="943"/>
                </a:cubicBezTo>
                <a:cubicBezTo>
                  <a:pt x="4054" y="2734"/>
                  <a:pt x="2262" y="4431"/>
                  <a:pt x="189" y="6410"/>
                </a:cubicBezTo>
                <a:cubicBezTo>
                  <a:pt x="4808" y="10935"/>
                  <a:pt x="9333" y="15366"/>
                  <a:pt x="14234" y="20173"/>
                </a:cubicBezTo>
                <a:cubicBezTo>
                  <a:pt x="9521" y="24792"/>
                  <a:pt x="4902" y="29317"/>
                  <a:pt x="566" y="33559"/>
                </a:cubicBezTo>
                <a:cubicBezTo>
                  <a:pt x="2357" y="35445"/>
                  <a:pt x="4054" y="37236"/>
                  <a:pt x="6410" y="39687"/>
                </a:cubicBezTo>
                <a:cubicBezTo>
                  <a:pt x="10935" y="34973"/>
                  <a:pt x="15271" y="30449"/>
                  <a:pt x="20079" y="25452"/>
                </a:cubicBezTo>
                <a:close/>
                <a:moveTo>
                  <a:pt x="615476" y="330787"/>
                </a:moveTo>
                <a:cubicBezTo>
                  <a:pt x="617361" y="328995"/>
                  <a:pt x="619153" y="327299"/>
                  <a:pt x="621132" y="325319"/>
                </a:cubicBezTo>
                <a:cubicBezTo>
                  <a:pt x="616513" y="320700"/>
                  <a:pt x="611988" y="316269"/>
                  <a:pt x="606992" y="311367"/>
                </a:cubicBezTo>
                <a:cubicBezTo>
                  <a:pt x="611800" y="306842"/>
                  <a:pt x="616419" y="302412"/>
                  <a:pt x="620567" y="298453"/>
                </a:cubicBezTo>
                <a:cubicBezTo>
                  <a:pt x="618681" y="296190"/>
                  <a:pt x="617079" y="294211"/>
                  <a:pt x="615099" y="291854"/>
                </a:cubicBezTo>
                <a:cubicBezTo>
                  <a:pt x="610386" y="296662"/>
                  <a:pt x="605955" y="301092"/>
                  <a:pt x="601336" y="305900"/>
                </a:cubicBezTo>
                <a:cubicBezTo>
                  <a:pt x="596811" y="301281"/>
                  <a:pt x="592380" y="296850"/>
                  <a:pt x="588233" y="292702"/>
                </a:cubicBezTo>
                <a:cubicBezTo>
                  <a:pt x="586064" y="294493"/>
                  <a:pt x="584085" y="296190"/>
                  <a:pt x="581728" y="298170"/>
                </a:cubicBezTo>
                <a:cubicBezTo>
                  <a:pt x="586536" y="302883"/>
                  <a:pt x="591061" y="307314"/>
                  <a:pt x="595774" y="311839"/>
                </a:cubicBezTo>
                <a:cubicBezTo>
                  <a:pt x="591155" y="316364"/>
                  <a:pt x="586724" y="320888"/>
                  <a:pt x="582105" y="325319"/>
                </a:cubicBezTo>
                <a:cubicBezTo>
                  <a:pt x="583991" y="327204"/>
                  <a:pt x="585782" y="328995"/>
                  <a:pt x="587761" y="330881"/>
                </a:cubicBezTo>
                <a:cubicBezTo>
                  <a:pt x="592286" y="326262"/>
                  <a:pt x="596622" y="321831"/>
                  <a:pt x="601619" y="316646"/>
                </a:cubicBezTo>
                <a:cubicBezTo>
                  <a:pt x="606615" y="321643"/>
                  <a:pt x="610951" y="326167"/>
                  <a:pt x="615382" y="330598"/>
                </a:cubicBezTo>
                <a:close/>
                <a:moveTo>
                  <a:pt x="887062" y="20173"/>
                </a:moveTo>
                <a:cubicBezTo>
                  <a:pt x="882255" y="24792"/>
                  <a:pt x="877730" y="29317"/>
                  <a:pt x="873393" y="33465"/>
                </a:cubicBezTo>
                <a:cubicBezTo>
                  <a:pt x="875279" y="35539"/>
                  <a:pt x="876881" y="37424"/>
                  <a:pt x="878861" y="39593"/>
                </a:cubicBezTo>
                <a:cubicBezTo>
                  <a:pt x="883480" y="34879"/>
                  <a:pt x="887911" y="30354"/>
                  <a:pt x="892624" y="25641"/>
                </a:cubicBezTo>
                <a:cubicBezTo>
                  <a:pt x="897243" y="30354"/>
                  <a:pt x="901674" y="34879"/>
                  <a:pt x="906199" y="39498"/>
                </a:cubicBezTo>
                <a:cubicBezTo>
                  <a:pt x="908178" y="37424"/>
                  <a:pt x="909969" y="35633"/>
                  <a:pt x="912043" y="33371"/>
                </a:cubicBezTo>
                <a:cubicBezTo>
                  <a:pt x="907518" y="28940"/>
                  <a:pt x="902899" y="24510"/>
                  <a:pt x="897997" y="19796"/>
                </a:cubicBezTo>
                <a:cubicBezTo>
                  <a:pt x="902711" y="15083"/>
                  <a:pt x="907236" y="10747"/>
                  <a:pt x="911855" y="6222"/>
                </a:cubicBezTo>
                <a:cubicBezTo>
                  <a:pt x="909969" y="4336"/>
                  <a:pt x="908178" y="2545"/>
                  <a:pt x="905916" y="189"/>
                </a:cubicBezTo>
                <a:cubicBezTo>
                  <a:pt x="901485" y="4902"/>
                  <a:pt x="897149" y="9615"/>
                  <a:pt x="892247" y="14800"/>
                </a:cubicBezTo>
                <a:cubicBezTo>
                  <a:pt x="887534" y="9804"/>
                  <a:pt x="883197" y="5279"/>
                  <a:pt x="878955" y="660"/>
                </a:cubicBezTo>
                <a:cubicBezTo>
                  <a:pt x="876976" y="2545"/>
                  <a:pt x="875279" y="4242"/>
                  <a:pt x="873016" y="6410"/>
                </a:cubicBezTo>
                <a:cubicBezTo>
                  <a:pt x="877635" y="10935"/>
                  <a:pt x="882160" y="15366"/>
                  <a:pt x="887157" y="20173"/>
                </a:cubicBezTo>
                <a:close/>
                <a:moveTo>
                  <a:pt x="588044" y="584273"/>
                </a:moveTo>
                <a:cubicBezTo>
                  <a:pt x="585970" y="586159"/>
                  <a:pt x="584085" y="587856"/>
                  <a:pt x="581728" y="590118"/>
                </a:cubicBezTo>
                <a:cubicBezTo>
                  <a:pt x="586536" y="594643"/>
                  <a:pt x="591061" y="599073"/>
                  <a:pt x="595868" y="603598"/>
                </a:cubicBezTo>
                <a:cubicBezTo>
                  <a:pt x="591155" y="608217"/>
                  <a:pt x="586630" y="612648"/>
                  <a:pt x="582105" y="617079"/>
                </a:cubicBezTo>
                <a:cubicBezTo>
                  <a:pt x="583991" y="618964"/>
                  <a:pt x="585782" y="620755"/>
                  <a:pt x="587761" y="622829"/>
                </a:cubicBezTo>
                <a:cubicBezTo>
                  <a:pt x="592192" y="618210"/>
                  <a:pt x="596528" y="613685"/>
                  <a:pt x="601336" y="608689"/>
                </a:cubicBezTo>
                <a:cubicBezTo>
                  <a:pt x="606238" y="613685"/>
                  <a:pt x="610763" y="618210"/>
                  <a:pt x="615099" y="622640"/>
                </a:cubicBezTo>
                <a:cubicBezTo>
                  <a:pt x="617173" y="620661"/>
                  <a:pt x="618964" y="618964"/>
                  <a:pt x="621038" y="616984"/>
                </a:cubicBezTo>
                <a:cubicBezTo>
                  <a:pt x="616324" y="612365"/>
                  <a:pt x="611894" y="607935"/>
                  <a:pt x="606898" y="603127"/>
                </a:cubicBezTo>
                <a:cubicBezTo>
                  <a:pt x="611611" y="598508"/>
                  <a:pt x="616230" y="594077"/>
                  <a:pt x="620378" y="590118"/>
                </a:cubicBezTo>
                <a:cubicBezTo>
                  <a:pt x="618587" y="587950"/>
                  <a:pt x="616984" y="585970"/>
                  <a:pt x="615005" y="583613"/>
                </a:cubicBezTo>
                <a:cubicBezTo>
                  <a:pt x="610291" y="588327"/>
                  <a:pt x="605955" y="592852"/>
                  <a:pt x="601242" y="597565"/>
                </a:cubicBezTo>
                <a:cubicBezTo>
                  <a:pt x="596717" y="592946"/>
                  <a:pt x="592286" y="588515"/>
                  <a:pt x="587950" y="584179"/>
                </a:cubicBezTo>
                <a:close/>
                <a:moveTo>
                  <a:pt x="305146" y="20362"/>
                </a:moveTo>
                <a:cubicBezTo>
                  <a:pt x="300432" y="24887"/>
                  <a:pt x="295907" y="29317"/>
                  <a:pt x="291665" y="33465"/>
                </a:cubicBezTo>
                <a:cubicBezTo>
                  <a:pt x="293456" y="35539"/>
                  <a:pt x="295153" y="37424"/>
                  <a:pt x="297133" y="39687"/>
                </a:cubicBezTo>
                <a:cubicBezTo>
                  <a:pt x="301752" y="34973"/>
                  <a:pt x="306183" y="30449"/>
                  <a:pt x="310896" y="25641"/>
                </a:cubicBezTo>
                <a:cubicBezTo>
                  <a:pt x="315515" y="30260"/>
                  <a:pt x="319946" y="34785"/>
                  <a:pt x="324471" y="39404"/>
                </a:cubicBezTo>
                <a:cubicBezTo>
                  <a:pt x="326356" y="37424"/>
                  <a:pt x="328147" y="35633"/>
                  <a:pt x="330409" y="33371"/>
                </a:cubicBezTo>
                <a:cubicBezTo>
                  <a:pt x="325790" y="28846"/>
                  <a:pt x="321171" y="24415"/>
                  <a:pt x="316269" y="19608"/>
                </a:cubicBezTo>
                <a:cubicBezTo>
                  <a:pt x="320983" y="14989"/>
                  <a:pt x="325413" y="10558"/>
                  <a:pt x="329750" y="6316"/>
                </a:cubicBezTo>
                <a:cubicBezTo>
                  <a:pt x="327959" y="4336"/>
                  <a:pt x="326356" y="2451"/>
                  <a:pt x="324188" y="0"/>
                </a:cubicBezTo>
                <a:cubicBezTo>
                  <a:pt x="319474" y="4808"/>
                  <a:pt x="315044" y="9333"/>
                  <a:pt x="309953" y="14423"/>
                </a:cubicBezTo>
                <a:cubicBezTo>
                  <a:pt x="305523" y="9710"/>
                  <a:pt x="301186" y="5090"/>
                  <a:pt x="296944" y="566"/>
                </a:cubicBezTo>
                <a:cubicBezTo>
                  <a:pt x="294965" y="2451"/>
                  <a:pt x="293268" y="4148"/>
                  <a:pt x="291005" y="6222"/>
                </a:cubicBezTo>
                <a:cubicBezTo>
                  <a:pt x="295625" y="10841"/>
                  <a:pt x="300149" y="15271"/>
                  <a:pt x="305051" y="20173"/>
                </a:cubicBezTo>
                <a:close/>
                <a:moveTo>
                  <a:pt x="911478" y="298076"/>
                </a:moveTo>
                <a:cubicBezTo>
                  <a:pt x="909781" y="296096"/>
                  <a:pt x="908084" y="294211"/>
                  <a:pt x="906104" y="291948"/>
                </a:cubicBezTo>
                <a:cubicBezTo>
                  <a:pt x="901485" y="296662"/>
                  <a:pt x="897055" y="301186"/>
                  <a:pt x="892341" y="305900"/>
                </a:cubicBezTo>
                <a:cubicBezTo>
                  <a:pt x="887816" y="301281"/>
                  <a:pt x="883386" y="296850"/>
                  <a:pt x="879144" y="292608"/>
                </a:cubicBezTo>
                <a:cubicBezTo>
                  <a:pt x="877070" y="294493"/>
                  <a:pt x="875184" y="296284"/>
                  <a:pt x="872828" y="298453"/>
                </a:cubicBezTo>
                <a:cubicBezTo>
                  <a:pt x="877541" y="303072"/>
                  <a:pt x="881972" y="307408"/>
                  <a:pt x="886779" y="312121"/>
                </a:cubicBezTo>
                <a:cubicBezTo>
                  <a:pt x="882349" y="316552"/>
                  <a:pt x="877824" y="320983"/>
                  <a:pt x="873393" y="325413"/>
                </a:cubicBezTo>
                <a:cubicBezTo>
                  <a:pt x="875184" y="327299"/>
                  <a:pt x="876881" y="329090"/>
                  <a:pt x="879144" y="331446"/>
                </a:cubicBezTo>
                <a:cubicBezTo>
                  <a:pt x="883763" y="326733"/>
                  <a:pt x="888194" y="322208"/>
                  <a:pt x="893190" y="317023"/>
                </a:cubicBezTo>
                <a:cubicBezTo>
                  <a:pt x="897809" y="321737"/>
                  <a:pt x="902239" y="326167"/>
                  <a:pt x="906199" y="330315"/>
                </a:cubicBezTo>
                <a:cubicBezTo>
                  <a:pt x="908084" y="328713"/>
                  <a:pt x="910064" y="327110"/>
                  <a:pt x="912043" y="325413"/>
                </a:cubicBezTo>
                <a:cubicBezTo>
                  <a:pt x="907424" y="320888"/>
                  <a:pt x="902994" y="316458"/>
                  <a:pt x="897903" y="311462"/>
                </a:cubicBezTo>
                <a:cubicBezTo>
                  <a:pt x="902805" y="306654"/>
                  <a:pt x="907330" y="302223"/>
                  <a:pt x="911478" y="298076"/>
                </a:cubicBezTo>
                <a:close/>
                <a:moveTo>
                  <a:pt x="872828" y="590024"/>
                </a:moveTo>
                <a:cubicBezTo>
                  <a:pt x="877541" y="594454"/>
                  <a:pt x="882160" y="598885"/>
                  <a:pt x="887157" y="603598"/>
                </a:cubicBezTo>
                <a:cubicBezTo>
                  <a:pt x="882349" y="608312"/>
                  <a:pt x="877824" y="612742"/>
                  <a:pt x="873393" y="617079"/>
                </a:cubicBezTo>
                <a:cubicBezTo>
                  <a:pt x="875184" y="618964"/>
                  <a:pt x="876881" y="620849"/>
                  <a:pt x="878955" y="623018"/>
                </a:cubicBezTo>
                <a:cubicBezTo>
                  <a:pt x="883480" y="618304"/>
                  <a:pt x="887816" y="613779"/>
                  <a:pt x="892530" y="608972"/>
                </a:cubicBezTo>
                <a:cubicBezTo>
                  <a:pt x="897243" y="613874"/>
                  <a:pt x="901580" y="618398"/>
                  <a:pt x="905916" y="622923"/>
                </a:cubicBezTo>
                <a:cubicBezTo>
                  <a:pt x="908178" y="620755"/>
                  <a:pt x="910064" y="618964"/>
                  <a:pt x="912326" y="616796"/>
                </a:cubicBezTo>
                <a:cubicBezTo>
                  <a:pt x="907613" y="612271"/>
                  <a:pt x="903088" y="607840"/>
                  <a:pt x="897903" y="602844"/>
                </a:cubicBezTo>
                <a:cubicBezTo>
                  <a:pt x="902617" y="598319"/>
                  <a:pt x="907236" y="593983"/>
                  <a:pt x="911478" y="590024"/>
                </a:cubicBezTo>
                <a:cubicBezTo>
                  <a:pt x="909687" y="587950"/>
                  <a:pt x="907990" y="586064"/>
                  <a:pt x="905916" y="583708"/>
                </a:cubicBezTo>
                <a:cubicBezTo>
                  <a:pt x="901391" y="588421"/>
                  <a:pt x="896960" y="592946"/>
                  <a:pt x="892341" y="597754"/>
                </a:cubicBezTo>
                <a:cubicBezTo>
                  <a:pt x="887722" y="593135"/>
                  <a:pt x="883386" y="588610"/>
                  <a:pt x="878861" y="584085"/>
                </a:cubicBezTo>
                <a:cubicBezTo>
                  <a:pt x="876881" y="586064"/>
                  <a:pt x="875184" y="587856"/>
                  <a:pt x="872828" y="590118"/>
                </a:cubicBezTo>
                <a:close/>
              </a:path>
            </a:pathLst>
          </a:custGeom>
          <a:solidFill>
            <a:schemeClr val="accent2"/>
          </a:solidFill>
          <a:ln w="94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7E6B225-C356-1654-A00B-A2349C3824AC}"/>
              </a:ext>
            </a:extLst>
          </p:cNvPr>
          <p:cNvSpPr/>
          <p:nvPr userDrawn="1"/>
        </p:nvSpPr>
        <p:spPr>
          <a:xfrm>
            <a:off x="377438" y="1323676"/>
            <a:ext cx="277000" cy="276999"/>
          </a:xfrm>
          <a:prstGeom prst="ellipse">
            <a:avLst/>
          </a:prstGeom>
          <a:noFill/>
          <a:ln w="63500">
            <a:gradFill flip="none" rotWithShape="1">
              <a:gsLst>
                <a:gs pos="0">
                  <a:schemeClr val="accent2"/>
                </a:gs>
                <a:gs pos="99000">
                  <a:schemeClr val="accent3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bg1"/>
              </a:solidFill>
              <a:latin typeface="Oswald" pitchFamily="2" charset="77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3BE3ADE-F188-CB33-DD87-AF05F50A2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700"/>
            <a:ext cx="10515600" cy="43862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Oswald" pitchFamily="2" charset="77"/>
              </a:defRPr>
            </a:lvl1pPr>
            <a:lvl2pPr marL="457200" indent="0">
              <a:buFontTx/>
              <a:buNone/>
              <a:defRPr sz="1800">
                <a:latin typeface="Oswald" pitchFamily="2" charset="77"/>
              </a:defRPr>
            </a:lvl2pPr>
            <a:lvl3pPr marL="914400" indent="0">
              <a:buFontTx/>
              <a:buNone/>
              <a:defRPr sz="1600">
                <a:latin typeface="Oswald" pitchFamily="2" charset="77"/>
              </a:defRPr>
            </a:lvl3pPr>
            <a:lvl4pPr marL="1371600" indent="0">
              <a:buFontTx/>
              <a:buNone/>
              <a:defRPr sz="1400">
                <a:latin typeface="Oswald" pitchFamily="2" charset="77"/>
              </a:defRPr>
            </a:lvl4pPr>
            <a:lvl5pPr marL="1828800" indent="0">
              <a:buFontTx/>
              <a:buNone/>
              <a:defRPr sz="1400">
                <a:latin typeface="Oswald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91622AFE-11D3-EFF7-0EA9-FDFBDC55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614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7BA21C1F-F9CF-3C2D-615B-0B5B34EF5141}"/>
              </a:ext>
            </a:extLst>
          </p:cNvPr>
          <p:cNvSpPr/>
          <p:nvPr userDrawn="1"/>
        </p:nvSpPr>
        <p:spPr>
          <a:xfrm>
            <a:off x="10958987" y="6334488"/>
            <a:ext cx="420882" cy="42088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48B0D76-C7F7-7568-AE4B-B0EABD2ACF07}"/>
              </a:ext>
            </a:extLst>
          </p:cNvPr>
          <p:cNvSpPr/>
          <p:nvPr userDrawn="1"/>
        </p:nvSpPr>
        <p:spPr>
          <a:xfrm rot="10800000">
            <a:off x="11470196" y="0"/>
            <a:ext cx="721804" cy="721805"/>
          </a:xfrm>
          <a:custGeom>
            <a:avLst/>
            <a:gdLst>
              <a:gd name="connsiteX0" fmla="*/ 0 w 721804"/>
              <a:gd name="connsiteY0" fmla="*/ 0 h 721805"/>
              <a:gd name="connsiteX1" fmla="*/ 721804 w 721804"/>
              <a:gd name="connsiteY1" fmla="*/ 721804 h 721805"/>
              <a:gd name="connsiteX2" fmla="*/ 721804 w 721804"/>
              <a:gd name="connsiteY2" fmla="*/ 721805 h 721805"/>
              <a:gd name="connsiteX3" fmla="*/ 0 w 721804"/>
              <a:gd name="connsiteY3" fmla="*/ 721805 h 721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1804" h="721805">
                <a:moveTo>
                  <a:pt x="0" y="0"/>
                </a:moveTo>
                <a:cubicBezTo>
                  <a:pt x="398641" y="0"/>
                  <a:pt x="721804" y="323163"/>
                  <a:pt x="721804" y="721804"/>
                </a:cubicBezTo>
                <a:lnTo>
                  <a:pt x="721804" y="721805"/>
                </a:lnTo>
                <a:lnTo>
                  <a:pt x="0" y="72180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latin typeface="Oswald" pitchFamily="2" charset="77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69D09-5D6C-0DAA-99A3-78D3377C3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9700C-6483-DE81-39ED-BDDCF5703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1EBE6-C336-623E-B0B5-B0DDBC22F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Oswald" pitchFamily="2" charset="77"/>
              </a:defRPr>
            </a:lvl1pPr>
          </a:lstStyle>
          <a:p>
            <a:fld id="{92A6C7AB-A877-C342-9CE7-90563939BDE3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52" r:id="rId7"/>
    <p:sldLayoutId id="2147483664" r:id="rId8"/>
    <p:sldLayoutId id="2147483665" r:id="rId9"/>
    <p:sldLayoutId id="2147483663" r:id="rId10"/>
    <p:sldLayoutId id="2147483667" r:id="rId11"/>
    <p:sldLayoutId id="2147483666" r:id="rId12"/>
    <p:sldLayoutId id="2147483654" r:id="rId13"/>
    <p:sldLayoutId id="2147483653" r:id="rId14"/>
    <p:sldLayoutId id="2147483655" r:id="rId15"/>
    <p:sldLayoutId id="2147483668" r:id="rId16"/>
    <p:sldLayoutId id="214748366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Oswa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Oswald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7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16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1128" userDrawn="1">
          <p15:clr>
            <a:srgbClr val="F26B43"/>
          </p15:clr>
        </p15:guide>
        <p15:guide id="6" pos="528" userDrawn="1">
          <p15:clr>
            <a:srgbClr val="F26B43"/>
          </p15:clr>
        </p15:guide>
        <p15:guide id="7" pos="7152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BA7A05-EBC0-06C2-5DE9-1CD4E6C06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7623" y="1440464"/>
            <a:ext cx="4679290" cy="2407830"/>
          </a:xfrm>
        </p:spPr>
        <p:txBody>
          <a:bodyPr>
            <a:normAutofit fontScale="90000"/>
          </a:bodyPr>
          <a:lstStyle/>
          <a:p>
            <a:pPr marL="0" indent="0" algn="ctr">
              <a:buNone/>
            </a:pPr>
            <a:r>
              <a:rPr lang="it-IT" sz="5400" b="1" dirty="0"/>
              <a:t>CONTROLLO</a:t>
            </a:r>
            <a:br>
              <a:rPr lang="it-IT" sz="5400" b="1" dirty="0"/>
            </a:br>
            <a:r>
              <a:rPr lang="it-IT" sz="5400" b="1" dirty="0"/>
              <a:t>ADATTATIVO PER UN QUADROTOR 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724435-68CE-5BB6-773E-BC2FE1BFA2BC}"/>
              </a:ext>
            </a:extLst>
          </p:cNvPr>
          <p:cNvSpPr txBox="1"/>
          <p:nvPr/>
        </p:nvSpPr>
        <p:spPr>
          <a:xfrm>
            <a:off x="5936229" y="6034976"/>
            <a:ext cx="2501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it-IT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Marco Gulotta</a:t>
            </a:r>
            <a:br>
              <a:rPr lang="it-IT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</a:br>
            <a:r>
              <a:rPr lang="it-IT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Antonino Daidone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DB74ADF-2CAC-725A-E7D7-0EF830A5D36B}"/>
              </a:ext>
            </a:extLst>
          </p:cNvPr>
          <p:cNvSpPr txBox="1"/>
          <p:nvPr/>
        </p:nvSpPr>
        <p:spPr>
          <a:xfrm>
            <a:off x="9012211" y="5522590"/>
            <a:ext cx="2444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it-IT" sz="2400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Professore</a:t>
            </a:r>
          </a:p>
        </p:txBody>
      </p:sp>
      <p:pic>
        <p:nvPicPr>
          <p:cNvPr id="10" name="Immagine 1">
            <a:extLst>
              <a:ext uri="{FF2B5EF4-FFF2-40B4-BE49-F238E27FC236}">
                <a16:creationId xmlns:a16="http://schemas.microsoft.com/office/drawing/2014/main" id="{0D5C4F83-E3FD-9A0D-FEAC-53B71AB60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1" y="25401"/>
            <a:ext cx="2043613" cy="830510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CC1975-ECB5-899B-69E4-93B89D351665}"/>
              </a:ext>
            </a:extLst>
          </p:cNvPr>
          <p:cNvCxnSpPr>
            <a:cxnSpLocks/>
          </p:cNvCxnSpPr>
          <p:nvPr/>
        </p:nvCxnSpPr>
        <p:spPr>
          <a:xfrm>
            <a:off x="6012942" y="6034976"/>
            <a:ext cx="2444732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A214E714-551B-8654-B18B-B394538A25DC}"/>
              </a:ext>
            </a:extLst>
          </p:cNvPr>
          <p:cNvCxnSpPr>
            <a:cxnSpLocks/>
          </p:cNvCxnSpPr>
          <p:nvPr/>
        </p:nvCxnSpPr>
        <p:spPr>
          <a:xfrm>
            <a:off x="9012211" y="5948610"/>
            <a:ext cx="2444732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FF91848-6B4A-8459-BFD5-624443C02716}"/>
              </a:ext>
            </a:extLst>
          </p:cNvPr>
          <p:cNvSpPr txBox="1"/>
          <p:nvPr/>
        </p:nvSpPr>
        <p:spPr>
          <a:xfrm>
            <a:off x="6012942" y="5592493"/>
            <a:ext cx="250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it-IT" sz="2400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Allievi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C317EAD-C8A4-826C-A633-F6C227DF0E02}"/>
              </a:ext>
            </a:extLst>
          </p:cNvPr>
          <p:cNvSpPr txBox="1"/>
          <p:nvPr/>
        </p:nvSpPr>
        <p:spPr>
          <a:xfrm>
            <a:off x="-1547164" y="5948609"/>
            <a:ext cx="12750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it-IT" sz="1800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Adriano Fagiolini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DB08EB-7605-B7E0-95F4-FF670355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Simulink </a:t>
            </a:r>
            <a:r>
              <a:rPr lang="en-US" dirty="0" err="1"/>
              <a:t>Completo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A8FD652-5CEE-F053-7292-16AEB4CE9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736086"/>
            <a:ext cx="5731934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Confronto diretto tra il controllo adattativo e un controllo classico (PD) per l'inseguimento di traiettoria.</a:t>
            </a:r>
            <a:b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</a:b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Generazione di Traiettoria (Sinistra):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Il Blocco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Desired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Trajectory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and speed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fornisce i riferimenti di stato (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Xd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,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Yd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,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Zd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) per entrambi i modelli.</a:t>
            </a:r>
            <a:b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</a:b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Architetture di Controllo (Centro):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1" u="sng" strike="noStrike" cap="none" normalizeH="0" baseline="0" dirty="0">
                <a:ln>
                  <a:noFill/>
                </a:ln>
                <a:effectLst/>
                <a:latin typeface="Google Sans Text"/>
              </a:rPr>
              <a:t>Ramo Superiore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Modello non lineare del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quadrotor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con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Controllo Adattativo +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disturbance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estimator 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it-IT" altLang="it-IT" sz="1800" b="1" u="sng" strike="noStrike" cap="none" normalizeH="0" baseline="0" dirty="0">
                <a:ln>
                  <a:noFill/>
                </a:ln>
                <a:effectLst/>
                <a:latin typeface="Google Sans Text"/>
              </a:rPr>
              <a:t>Ramo centrale</a:t>
            </a:r>
            <a:r>
              <a:rPr lang="it-IT" altLang="it-IT" sz="1800" b="1" dirty="0">
                <a:latin typeface="Google Sans Text"/>
              </a:rPr>
              <a:t>: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Modello non lineare del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quadrotor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con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Controllo Adattativo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1" u="sng" strike="noStrike" cap="none" normalizeH="0" baseline="0" dirty="0">
                <a:ln>
                  <a:noFill/>
                </a:ln>
                <a:effectLst/>
                <a:latin typeface="Google Sans Text"/>
              </a:rPr>
              <a:t>Ramo Inferiore</a:t>
            </a:r>
            <a:r>
              <a:rPr kumimoji="0" lang="it-IT" altLang="it-IT" sz="1800" b="1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endParaRPr lang="it-IT" altLang="it-IT" sz="1800" b="1" i="1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Modello linearizzato del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quadrotor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con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Controllore PD.</a:t>
            </a:r>
            <a:b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</a:b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Visualizzazione Dati (Destra):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Blocchi 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Scope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per l'analisi comparativa.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Monitoraggio degli stati, della dinamica, degli errori di inseguimento.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0F46ED5-BBBC-97ED-8FA0-56F8140A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686" y="865783"/>
            <a:ext cx="6280513" cy="547643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426159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DB08EB-7605-B7E0-95F4-FF670355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6329"/>
          </a:xfrm>
        </p:spPr>
        <p:txBody>
          <a:bodyPr/>
          <a:lstStyle/>
          <a:p>
            <a:r>
              <a:rPr lang="en-US" dirty="0"/>
              <a:t>Schema Simulink </a:t>
            </a:r>
            <a:r>
              <a:rPr lang="en-US" dirty="0" err="1"/>
              <a:t>Completo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11584B0-A66C-95C3-4BB0-6D22E7827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706" y="653916"/>
            <a:ext cx="8552587" cy="620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68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FC86A290-97A9-2E59-A715-4BE0F28D6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597" y="1712793"/>
            <a:ext cx="4736998" cy="280068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2932"/>
          </a:xfrm>
        </p:spPr>
        <p:txBody>
          <a:bodyPr/>
          <a:lstStyle/>
          <a:p>
            <a:pPr algn="ctr"/>
            <a:r>
              <a:rPr lang="en-US" dirty="0" err="1"/>
              <a:t>Traiettorie</a:t>
            </a:r>
            <a:r>
              <a:rPr lang="en-US" dirty="0"/>
              <a:t> Desiderate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DEA6FF5-2CED-4521-F605-C1E262628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634" y="2509027"/>
            <a:ext cx="5359400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Implementazione e scopo del blocco: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Utilizzo di </a:t>
            </a:r>
            <a:r>
              <a:rPr lang="it-IT" altLang="it-IT" sz="1800" dirty="0">
                <a:latin typeface="Google Sans Text"/>
              </a:rPr>
              <a:t>rampe, sinusoidi e step col fine di simulare l’inseguimento di un obiettivo.</a:t>
            </a:r>
            <a:endParaRPr kumimoji="0" lang="it-IT" altLang="it-IT" sz="1800" b="0" i="1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Output (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Xd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,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Yd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,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Zd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):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lang="it-IT" altLang="it-IT" sz="1800" dirty="0">
                <a:latin typeface="Google Sans Text"/>
              </a:rPr>
              <a:t>Stati desiderati e velocità generate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E9F19BB-555A-B0C2-1BB2-45CF27F29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7183276" y="-542314"/>
            <a:ext cx="1519591" cy="1795828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7480D6F-7298-F64E-0434-FDA4703D6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1032933"/>
            <a:ext cx="6393485" cy="521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50333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2932"/>
          </a:xfrm>
        </p:spPr>
        <p:txBody>
          <a:bodyPr/>
          <a:lstStyle/>
          <a:p>
            <a:pPr algn="ctr"/>
            <a:r>
              <a:rPr lang="en-US" dirty="0" err="1"/>
              <a:t>Traiettorie</a:t>
            </a:r>
            <a:r>
              <a:rPr lang="en-US" dirty="0"/>
              <a:t> Desiderate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E9F19BB-555A-B0C2-1BB2-45CF27F29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7183276" y="-542314"/>
            <a:ext cx="1519591" cy="1795828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6D2723BF-8025-CA7E-2063-372F06E84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4597" y="1032933"/>
            <a:ext cx="8595361" cy="508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45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C0335E46-6FFD-1C2C-F10A-4C880BA46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21" y="796028"/>
            <a:ext cx="10994138" cy="579226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715559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Traiettorie</a:t>
            </a:r>
            <a:r>
              <a:rPr lang="en-US" dirty="0"/>
              <a:t> Desiderate</a:t>
            </a:r>
          </a:p>
        </p:txBody>
      </p:sp>
    </p:spTree>
    <p:extLst>
      <p:ext uri="{BB962C8B-B14F-4D97-AF65-F5344CB8AC3E}">
        <p14:creationId xmlns:p14="http://schemas.microsoft.com/office/powerpoint/2010/main" val="697670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BF6021F-2C3D-1135-B345-2B803F053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86" y="3710307"/>
            <a:ext cx="4040522" cy="1626131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91A1A145-21FC-C2E9-E8F2-389B985CC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499" y="2249044"/>
            <a:ext cx="3035961" cy="221543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1"/>
            <a:ext cx="10716769" cy="1521561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 Controllo adattativo + disturbance estimator controller per Quadrotor Model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A760721-E502-3A4A-E363-029919C61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68" y="1521562"/>
            <a:ext cx="10538643" cy="495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0014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7C9EB351-2DE3-87A6-64E4-02FA88DD9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601" y="3930688"/>
            <a:ext cx="1114698" cy="10985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1"/>
            <a:ext cx="10716769" cy="1521561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 Controllo adattativo + disturbance estimator controller per Quadrotor Model</a:t>
            </a:r>
            <a:endParaRPr lang="en-US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466467E-B10A-ADE1-4D35-55FCBAA53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339" y="1518794"/>
            <a:ext cx="7173772" cy="523491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CA1F855-D7E3-DC37-1CF5-24AC60ED4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878628"/>
            <a:ext cx="4184294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Implementazione e scopo del blocco</a:t>
            </a:r>
            <a:r>
              <a:rPr lang="it-IT" altLang="it-IT" sz="1800" b="1" dirty="0">
                <a:latin typeface="Google Sans Text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sz="1800" dirty="0">
                <a:latin typeface="Google Sans Text"/>
              </a:rPr>
              <a:t>Si realizza un controllo adattativo (</a:t>
            </a:r>
            <a:r>
              <a:rPr lang="it-IT" altLang="it-IT" sz="1800" dirty="0" err="1">
                <a:latin typeface="Google Sans Text"/>
              </a:rPr>
              <a:t>Slotine</a:t>
            </a:r>
            <a:r>
              <a:rPr lang="it-IT" altLang="it-IT" sz="1800" dirty="0">
                <a:latin typeface="Google Sans Text"/>
              </a:rPr>
              <a:t>-Li) per il modello dinamico di un </a:t>
            </a:r>
            <a:r>
              <a:rPr lang="it-IT" altLang="it-IT" sz="1800" dirty="0" err="1">
                <a:latin typeface="Google Sans Text"/>
              </a:rPr>
              <a:t>quadrotor</a:t>
            </a:r>
            <a:r>
              <a:rPr lang="it-IT" altLang="it-IT" sz="1800" dirty="0">
                <a:latin typeface="Google Sans Text"/>
              </a:rPr>
              <a:t> con l’ausilio di un semplice osservatore per la compensazione di disturbi incogniti. 	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it-IT" altLang="it-IT" sz="1800" dirty="0">
              <a:latin typeface="Google Sans Text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F9F5804-6C97-DD96-3D1F-57E5E3770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6" y="4642994"/>
            <a:ext cx="4040522" cy="162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36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73151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Controller </a:t>
            </a:r>
            <a:r>
              <a:rPr lang="en-US" dirty="0" err="1"/>
              <a:t>Adattativo</a:t>
            </a:r>
            <a:r>
              <a:rPr lang="en-US" dirty="0"/>
              <a:t> 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03469B92-80EE-9285-84F5-7E62C3E20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982" y="679488"/>
            <a:ext cx="6107267" cy="601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03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10D1CD0-599D-8172-F540-B154B2E5D2DC}"/>
              </a:ext>
            </a:extLst>
          </p:cNvPr>
          <p:cNvSpPr txBox="1">
            <a:spLocks/>
          </p:cNvSpPr>
          <p:nvPr/>
        </p:nvSpPr>
        <p:spPr>
          <a:xfrm>
            <a:off x="629106" y="2"/>
            <a:ext cx="10716769" cy="7315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Oswald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Quadrotor Adaptive Plant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418868-703C-341B-E2CE-5BEEC05FE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6" y="835233"/>
            <a:ext cx="12003427" cy="3407527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BACF827-0215-187D-EB95-4529043A0133}"/>
              </a:ext>
            </a:extLst>
          </p:cNvPr>
          <p:cNvSpPr txBox="1"/>
          <p:nvPr/>
        </p:nvSpPr>
        <p:spPr>
          <a:xfrm>
            <a:off x="0" y="482243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Implementazione modello dinamico del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quadrotor</a:t>
            </a:r>
            <a:endParaRPr kumimoji="0" lang="it-IT" altLang="it-IT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b="1" dirty="0">
                <a:solidFill>
                  <a:schemeClr val="bg1"/>
                </a:solidFill>
                <a:latin typeface="Google Sans Text"/>
              </a:rPr>
              <a:t>V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ariazioni parametriche (massa, inerzia)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b="1" dirty="0">
                <a:solidFill>
                  <a:schemeClr val="bg1"/>
                </a:solidFill>
                <a:latin typeface="Google Sans Text"/>
              </a:rPr>
              <a:t>P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erdite di potenza dei motori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Introduzione disturbo (wind) secondo lo standard MIL-F-8785C</a:t>
            </a:r>
          </a:p>
        </p:txBody>
      </p:sp>
    </p:spTree>
    <p:extLst>
      <p:ext uri="{BB962C8B-B14F-4D97-AF65-F5344CB8AC3E}">
        <p14:creationId xmlns:p14="http://schemas.microsoft.com/office/powerpoint/2010/main" val="32253422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6A314CD-5A6B-5809-5C9B-0B71B1CC2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729" y="1494928"/>
            <a:ext cx="8751146" cy="438714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88513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 Controllore PD per Quadrotor </a:t>
            </a:r>
            <a:endParaRPr lang="en-US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B871D47-341F-4286-77DB-F8553F0C0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95" y="1012775"/>
            <a:ext cx="11266210" cy="535144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7060746-E789-FB99-504F-F429E4447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6425" y="2124017"/>
            <a:ext cx="2256556" cy="73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84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88513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 Controllore PD per Quadrotor 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DCC4C6B-0682-15BA-33E3-AD074EDCC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826" y="794348"/>
            <a:ext cx="8751146" cy="438714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09A713B-67E8-A20D-6F67-C49A0C348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28" y="4522480"/>
            <a:ext cx="6877403" cy="2254366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A225BF8-A026-7D75-C1A1-262EDCE4D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300640"/>
            <a:ext cx="3319826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Implementazione e scopo del blocco</a:t>
            </a:r>
            <a:r>
              <a:rPr lang="it-IT" altLang="it-IT" sz="1800" b="1" dirty="0">
                <a:latin typeface="Google Sans Text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sz="1800" dirty="0">
                <a:latin typeface="Google Sans Text"/>
              </a:rPr>
              <a:t>Si realizza un semplice controllo PD per il modello linearizzato di un </a:t>
            </a:r>
            <a:r>
              <a:rPr lang="it-IT" altLang="it-IT" sz="1800" dirty="0" err="1">
                <a:latin typeface="Google Sans Text"/>
              </a:rPr>
              <a:t>quadrotor</a:t>
            </a:r>
            <a:r>
              <a:rPr lang="it-IT" altLang="it-IT" sz="1800" dirty="0">
                <a:latin typeface="Google Sans Text"/>
              </a:rPr>
              <a:t> al fine di valutare differenze prestazionali con il	 controllo/modello precedente.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936349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88513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 Controllore Lineare Quadrotor </a:t>
            </a:r>
            <a:endParaRPr lang="en-US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A418B5E-2333-9C0C-AD00-7AC919C13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001" y="885140"/>
            <a:ext cx="5522977" cy="580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88513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Quadrotor PD Plant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6216D84-9A6F-3F9A-A500-615B11881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7" y="1380745"/>
            <a:ext cx="11936206" cy="296448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5243766-C6F8-891D-1DD6-B3A0F2182743}"/>
              </a:ext>
            </a:extLst>
          </p:cNvPr>
          <p:cNvSpPr txBox="1"/>
          <p:nvPr/>
        </p:nvSpPr>
        <p:spPr>
          <a:xfrm>
            <a:off x="0" y="482243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Implementazione modello lineare del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quadrotor</a:t>
            </a:r>
            <a:endParaRPr kumimoji="0" lang="it-IT" altLang="it-IT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b="1" dirty="0">
                <a:solidFill>
                  <a:schemeClr val="bg1"/>
                </a:solidFill>
                <a:latin typeface="Google Sans Text"/>
              </a:rPr>
              <a:t>V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ariazioni parametriche (massa, inerzia)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b="1" dirty="0">
                <a:solidFill>
                  <a:schemeClr val="bg1"/>
                </a:solidFill>
                <a:latin typeface="Google Sans Text"/>
              </a:rPr>
              <a:t>P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erdite di potenza dei motori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Introduzione disturbo (wind) secondo lo standard MIL-F-8785C</a:t>
            </a:r>
          </a:p>
        </p:txBody>
      </p:sp>
    </p:spTree>
    <p:extLst>
      <p:ext uri="{BB962C8B-B14F-4D97-AF65-F5344CB8AC3E}">
        <p14:creationId xmlns:p14="http://schemas.microsoft.com/office/powerpoint/2010/main" val="41169374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885138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Variazioni Parametriche</a:t>
            </a:r>
            <a:endParaRPr lang="en-US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51C47D7-5F99-5DB0-59CE-9148C62D9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885140"/>
            <a:ext cx="5164531" cy="574205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E434119-EEE8-14AB-BBF4-1966FBAA3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8990" y="3040585"/>
            <a:ext cx="5003596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Generazione modifiche parametri di massa e di inerzia, mediante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stepper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temporizzati.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it-IT" altLang="it-IT" sz="18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it-IT" altLang="it-IT" sz="1800" dirty="0">
                <a:latin typeface="Google Sans Text"/>
              </a:rPr>
              <a:t>Il Wind </a:t>
            </a:r>
            <a:r>
              <a:rPr lang="it-IT" altLang="it-IT" sz="1800" dirty="0" err="1">
                <a:latin typeface="Google Sans Text"/>
              </a:rPr>
              <a:t>stepper</a:t>
            </a:r>
            <a:r>
              <a:rPr lang="it-IT" altLang="it-IT" sz="1800" dirty="0">
                <a:latin typeface="Google Sans Text"/>
              </a:rPr>
              <a:t> abilita ad un istante prestabilito l’introduzione del disturbo del vento.</a:t>
            </a:r>
          </a:p>
        </p:txBody>
      </p:sp>
    </p:spTree>
    <p:extLst>
      <p:ext uri="{BB962C8B-B14F-4D97-AF65-F5344CB8AC3E}">
        <p14:creationId xmlns:p14="http://schemas.microsoft.com/office/powerpoint/2010/main" val="2676904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885138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Risultati</a:t>
            </a:r>
            <a:r>
              <a:rPr lang="en-US" dirty="0"/>
              <a:t> e </a:t>
            </a:r>
            <a:r>
              <a:rPr lang="en-US" dirty="0" err="1"/>
              <a:t>Confronto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Modelli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B6DEF41-DCBD-FB88-74AE-0467D0BBF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476" y="1038759"/>
            <a:ext cx="4384656" cy="298079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51BB824-7B78-CED8-BDD9-91172F986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768" y="1038759"/>
            <a:ext cx="3992004" cy="298079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9E1E3AF5-E8A7-2E56-3262-6DD6F2A9C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326" y="4158591"/>
            <a:ext cx="6098931" cy="256763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370E251-1637-8470-201D-42C5FBCAFC9E}"/>
              </a:ext>
            </a:extLst>
          </p:cNvPr>
          <p:cNvSpPr txBox="1"/>
          <p:nvPr/>
        </p:nvSpPr>
        <p:spPr>
          <a:xfrm>
            <a:off x="5179161" y="1290068"/>
            <a:ext cx="2355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/>
                </a:solidFill>
              </a:rPr>
              <a:t>Adaptive</a:t>
            </a:r>
            <a:r>
              <a:rPr lang="it-IT" b="1" dirty="0">
                <a:solidFill>
                  <a:schemeClr val="bg1"/>
                </a:solidFill>
              </a:rPr>
              <a:t> model + estimator </a:t>
            </a:r>
            <a:r>
              <a:rPr lang="it-IT" b="1" dirty="0" err="1">
                <a:solidFill>
                  <a:schemeClr val="bg1"/>
                </a:solidFill>
              </a:rPr>
              <a:t>error</a:t>
            </a:r>
            <a:endParaRPr lang="it-IT" b="1" dirty="0">
              <a:solidFill>
                <a:schemeClr val="bg1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8786AE0-BD52-B953-3293-FE12C492D3DC}"/>
              </a:ext>
            </a:extLst>
          </p:cNvPr>
          <p:cNvSpPr txBox="1"/>
          <p:nvPr/>
        </p:nvSpPr>
        <p:spPr>
          <a:xfrm>
            <a:off x="9836505" y="2740631"/>
            <a:ext cx="2355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/>
                </a:solidFill>
              </a:rPr>
              <a:t>Adaptive</a:t>
            </a:r>
            <a:r>
              <a:rPr lang="it-IT" b="1" dirty="0">
                <a:solidFill>
                  <a:schemeClr val="bg1"/>
                </a:solidFill>
              </a:rPr>
              <a:t> model</a:t>
            </a:r>
          </a:p>
          <a:p>
            <a:pPr algn="ctr"/>
            <a:r>
              <a:rPr lang="it-IT" b="1" dirty="0" err="1">
                <a:solidFill>
                  <a:schemeClr val="bg1"/>
                </a:solidFill>
              </a:rPr>
              <a:t>Without</a:t>
            </a:r>
            <a:r>
              <a:rPr lang="it-IT" b="1" dirty="0">
                <a:solidFill>
                  <a:schemeClr val="bg1"/>
                </a:solidFill>
              </a:rPr>
              <a:t> estimator</a:t>
            </a:r>
          </a:p>
          <a:p>
            <a:pPr algn="ctr"/>
            <a:r>
              <a:rPr lang="it-IT" b="1" dirty="0" err="1">
                <a:solidFill>
                  <a:schemeClr val="bg1"/>
                </a:solidFill>
              </a:rPr>
              <a:t>error</a:t>
            </a:r>
            <a:endParaRPr lang="it-IT" b="1" dirty="0">
              <a:solidFill>
                <a:schemeClr val="bg1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9F83531-2747-BA4E-0224-260C0D2278F8}"/>
              </a:ext>
            </a:extLst>
          </p:cNvPr>
          <p:cNvSpPr txBox="1"/>
          <p:nvPr/>
        </p:nvSpPr>
        <p:spPr>
          <a:xfrm>
            <a:off x="6548244" y="6072990"/>
            <a:ext cx="235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PD model </a:t>
            </a:r>
            <a:r>
              <a:rPr lang="it-IT" b="1" dirty="0" err="1">
                <a:solidFill>
                  <a:schemeClr val="bg1"/>
                </a:solidFill>
              </a:rPr>
              <a:t>error</a:t>
            </a:r>
            <a:endParaRPr lang="it-IT" b="1" dirty="0">
              <a:solidFill>
                <a:schemeClr val="bg1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38EC642-FAB0-CCDB-D3CD-41D9B11A4893}"/>
              </a:ext>
            </a:extLst>
          </p:cNvPr>
          <p:cNvSpPr txBox="1"/>
          <p:nvPr/>
        </p:nvSpPr>
        <p:spPr>
          <a:xfrm>
            <a:off x="54228" y="2172896"/>
            <a:ext cx="34450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Google Sans Text"/>
              </a:rPr>
              <a:t>Nelle figure si mostrano i risultati relativi all’errore calcolato come differenza tra lo stato desiderato e quello effettivo.</a:t>
            </a:r>
          </a:p>
          <a:p>
            <a:endParaRPr lang="it-IT" dirty="0">
              <a:solidFill>
                <a:schemeClr val="bg1"/>
              </a:solidFill>
              <a:latin typeface="Google Sans Text"/>
            </a:endParaRPr>
          </a:p>
          <a:p>
            <a:r>
              <a:rPr lang="it-IT" dirty="0">
                <a:solidFill>
                  <a:schemeClr val="bg1"/>
                </a:solidFill>
                <a:latin typeface="Google Sans Text"/>
              </a:rPr>
              <a:t>Si nota come il controllo adattativo con l’aggiunta dell’estimatore del disturbo mostri più resilienza rispetto agli altri due sistemi. Le variazioni parametriche vengono compensate in modo eccellente, l’introduzione del vento all’istante t=85s è compensata con errori minimi.</a:t>
            </a:r>
          </a:p>
        </p:txBody>
      </p:sp>
    </p:spTree>
    <p:extLst>
      <p:ext uri="{BB962C8B-B14F-4D97-AF65-F5344CB8AC3E}">
        <p14:creationId xmlns:p14="http://schemas.microsoft.com/office/powerpoint/2010/main" val="3876471991"/>
      </p:ext>
    </p:extLst>
  </p:cSld>
  <p:clrMapOvr>
    <a:masterClrMapping/>
  </p:clrMapOvr>
  <p:transition spd="slow"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6DAAFFE-C0B5-6BBF-1240-475620264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9" y="974240"/>
            <a:ext cx="5820992" cy="285311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08D5CB-BC31-F649-4596-D8D35E3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6" y="2"/>
            <a:ext cx="10716769" cy="88513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Plot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Stati</a:t>
            </a:r>
            <a:r>
              <a:rPr lang="en-US" dirty="0"/>
              <a:t> </a:t>
            </a:r>
            <a:r>
              <a:rPr lang="en-US" dirty="0" err="1"/>
              <a:t>Effettivi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8818466-23E3-E782-3159-4EA6CCA28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974240"/>
            <a:ext cx="5820991" cy="285311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6AB334E-B7A8-964F-6C9A-9E6B796B4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4233" y="3939878"/>
            <a:ext cx="5663716" cy="284426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B91EE45-115E-58DC-1501-22BCC9ABA73C}"/>
              </a:ext>
            </a:extLst>
          </p:cNvPr>
          <p:cNvSpPr txBox="1"/>
          <p:nvPr/>
        </p:nvSpPr>
        <p:spPr>
          <a:xfrm>
            <a:off x="2801721" y="1439354"/>
            <a:ext cx="2355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/>
                </a:solidFill>
              </a:rPr>
              <a:t>Adaptive</a:t>
            </a:r>
            <a:r>
              <a:rPr lang="it-IT" b="1" dirty="0">
                <a:solidFill>
                  <a:schemeClr val="bg1"/>
                </a:solidFill>
              </a:rPr>
              <a:t> model + estimator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B67F145-C9D3-D5F8-56F2-67433B42C718}"/>
              </a:ext>
            </a:extLst>
          </p:cNvPr>
          <p:cNvSpPr txBox="1"/>
          <p:nvPr/>
        </p:nvSpPr>
        <p:spPr>
          <a:xfrm>
            <a:off x="6650999" y="1327599"/>
            <a:ext cx="235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/>
                </a:solidFill>
              </a:rPr>
              <a:t>Adaptive</a:t>
            </a:r>
            <a:r>
              <a:rPr lang="it-IT" b="1" dirty="0">
                <a:solidFill>
                  <a:schemeClr val="bg1"/>
                </a:solidFill>
              </a:rPr>
              <a:t> model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A6920AF-A91F-B06D-3A00-04C61525DECF}"/>
              </a:ext>
            </a:extLst>
          </p:cNvPr>
          <p:cNvSpPr txBox="1"/>
          <p:nvPr/>
        </p:nvSpPr>
        <p:spPr>
          <a:xfrm>
            <a:off x="3460089" y="4510310"/>
            <a:ext cx="235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PD model</a:t>
            </a:r>
          </a:p>
        </p:txBody>
      </p:sp>
    </p:spTree>
    <p:extLst>
      <p:ext uri="{BB962C8B-B14F-4D97-AF65-F5344CB8AC3E}">
        <p14:creationId xmlns:p14="http://schemas.microsoft.com/office/powerpoint/2010/main" val="3484633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DB08EB-7605-B7E0-95F4-FF670355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43584"/>
          </a:xfrm>
        </p:spPr>
        <p:txBody>
          <a:bodyPr/>
          <a:lstStyle/>
          <a:p>
            <a:r>
              <a:rPr lang="en-US" dirty="0"/>
              <a:t>Pi-Hat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3A7F208-1F94-CAAA-AB08-55E39A17D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90" y="1835006"/>
            <a:ext cx="5951251" cy="318798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BDD7794-2D7B-D4F0-4299-838459E00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755" y="1835006"/>
            <a:ext cx="5789855" cy="3187988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C96041E-D9ED-5ED5-2CEA-B482456758C2}"/>
              </a:ext>
            </a:extLst>
          </p:cNvPr>
          <p:cNvSpPr txBox="1"/>
          <p:nvPr/>
        </p:nvSpPr>
        <p:spPr>
          <a:xfrm>
            <a:off x="2062886" y="3881582"/>
            <a:ext cx="2355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/>
                </a:solidFill>
              </a:rPr>
              <a:t>Adaptive</a:t>
            </a:r>
            <a:r>
              <a:rPr lang="it-IT" b="1" dirty="0">
                <a:solidFill>
                  <a:schemeClr val="bg1"/>
                </a:solidFill>
              </a:rPr>
              <a:t> model + estimator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97A9FEE-1D4E-69CC-D948-201538FDFC72}"/>
              </a:ext>
            </a:extLst>
          </p:cNvPr>
          <p:cNvSpPr txBox="1"/>
          <p:nvPr/>
        </p:nvSpPr>
        <p:spPr>
          <a:xfrm>
            <a:off x="8103348" y="4158581"/>
            <a:ext cx="235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/>
                </a:solidFill>
              </a:rPr>
              <a:t>Adaptive</a:t>
            </a:r>
            <a:r>
              <a:rPr lang="it-IT" b="1" dirty="0">
                <a:solidFill>
                  <a:schemeClr val="bg1"/>
                </a:solidFill>
              </a:rPr>
              <a:t> model </a:t>
            </a:r>
          </a:p>
        </p:txBody>
      </p:sp>
    </p:spTree>
    <p:extLst>
      <p:ext uri="{BB962C8B-B14F-4D97-AF65-F5344CB8AC3E}">
        <p14:creationId xmlns:p14="http://schemas.microsoft.com/office/powerpoint/2010/main" val="3023589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BA7A05-EBC0-06C2-5DE9-1CD4E6C06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5133" y="1398659"/>
            <a:ext cx="5436867" cy="333473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7200" b="1" dirty="0"/>
              <a:t>GRAZIE</a:t>
            </a:r>
            <a:br>
              <a:rPr lang="it-IT" sz="7200" b="1" dirty="0"/>
            </a:br>
            <a:r>
              <a:rPr lang="it-IT" sz="7200" b="1" dirty="0"/>
              <a:t> PER L’ATTENZIONE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724435-68CE-5BB6-773E-BC2FE1BFA2BC}"/>
              </a:ext>
            </a:extLst>
          </p:cNvPr>
          <p:cNvSpPr txBox="1"/>
          <p:nvPr/>
        </p:nvSpPr>
        <p:spPr>
          <a:xfrm>
            <a:off x="5936229" y="6034976"/>
            <a:ext cx="2501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it-IT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Marco Gulotta</a:t>
            </a:r>
            <a:br>
              <a:rPr lang="it-IT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</a:br>
            <a:r>
              <a:rPr lang="it-IT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Antonino Daidone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DB74ADF-2CAC-725A-E7D7-0EF830A5D36B}"/>
              </a:ext>
            </a:extLst>
          </p:cNvPr>
          <p:cNvSpPr txBox="1"/>
          <p:nvPr/>
        </p:nvSpPr>
        <p:spPr>
          <a:xfrm>
            <a:off x="9012211" y="5522590"/>
            <a:ext cx="2444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it-IT" sz="2400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Professore</a:t>
            </a:r>
          </a:p>
        </p:txBody>
      </p:sp>
      <p:pic>
        <p:nvPicPr>
          <p:cNvPr id="10" name="Immagine 1">
            <a:extLst>
              <a:ext uri="{FF2B5EF4-FFF2-40B4-BE49-F238E27FC236}">
                <a16:creationId xmlns:a16="http://schemas.microsoft.com/office/drawing/2014/main" id="{0D5C4F83-E3FD-9A0D-FEAC-53B71AB60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1" y="25401"/>
            <a:ext cx="2043613" cy="830510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CC1975-ECB5-899B-69E4-93B89D351665}"/>
              </a:ext>
            </a:extLst>
          </p:cNvPr>
          <p:cNvCxnSpPr>
            <a:cxnSpLocks/>
          </p:cNvCxnSpPr>
          <p:nvPr/>
        </p:nvCxnSpPr>
        <p:spPr>
          <a:xfrm>
            <a:off x="6012942" y="6034976"/>
            <a:ext cx="2444732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A214E714-551B-8654-B18B-B394538A25DC}"/>
              </a:ext>
            </a:extLst>
          </p:cNvPr>
          <p:cNvCxnSpPr>
            <a:cxnSpLocks/>
          </p:cNvCxnSpPr>
          <p:nvPr/>
        </p:nvCxnSpPr>
        <p:spPr>
          <a:xfrm>
            <a:off x="9012211" y="5948610"/>
            <a:ext cx="2444732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FF91848-6B4A-8459-BFD5-624443C02716}"/>
              </a:ext>
            </a:extLst>
          </p:cNvPr>
          <p:cNvSpPr txBox="1"/>
          <p:nvPr/>
        </p:nvSpPr>
        <p:spPr>
          <a:xfrm>
            <a:off x="6012942" y="5592493"/>
            <a:ext cx="250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it-IT" sz="2400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Allievi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C317EAD-C8A4-826C-A633-F6C227DF0E02}"/>
              </a:ext>
            </a:extLst>
          </p:cNvPr>
          <p:cNvSpPr txBox="1"/>
          <p:nvPr/>
        </p:nvSpPr>
        <p:spPr>
          <a:xfrm>
            <a:off x="-1547164" y="5948609"/>
            <a:ext cx="12750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it-IT" sz="1800" kern="0" dirty="0">
                <a:solidFill>
                  <a:srgbClr val="FFAB40"/>
                </a:solidFill>
                <a:latin typeface="Arial"/>
                <a:cs typeface="Arial"/>
                <a:sym typeface="Arial"/>
              </a:rPr>
              <a:t>Adriano Fagiolini</a:t>
            </a:r>
          </a:p>
        </p:txBody>
      </p:sp>
    </p:spTree>
    <p:extLst>
      <p:ext uri="{BB962C8B-B14F-4D97-AF65-F5344CB8AC3E}">
        <p14:creationId xmlns:p14="http://schemas.microsoft.com/office/powerpoint/2010/main" val="182094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over/>
      </p:transition>
    </mc:Choice>
    <mc:Fallback>
      <p:transition spd="slow">
        <p:cov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1">
      <a:dk1>
        <a:srgbClr val="101430"/>
      </a:dk1>
      <a:lt1>
        <a:srgbClr val="FFFFFF"/>
      </a:lt1>
      <a:dk2>
        <a:srgbClr val="44546A"/>
      </a:dk2>
      <a:lt2>
        <a:srgbClr val="E7E6E6"/>
      </a:lt2>
      <a:accent1>
        <a:srgbClr val="0584C1"/>
      </a:accent1>
      <a:accent2>
        <a:srgbClr val="01F2B8"/>
      </a:accent2>
      <a:accent3>
        <a:srgbClr val="101430"/>
      </a:accent3>
      <a:accent4>
        <a:srgbClr val="E2E2E2"/>
      </a:accent4>
      <a:accent5>
        <a:srgbClr val="A5B3BA"/>
      </a:accent5>
      <a:accent6>
        <a:srgbClr val="F1F1F1"/>
      </a:accent6>
      <a:hlink>
        <a:srgbClr val="FFFFFF"/>
      </a:hlink>
      <a:folHlink>
        <a:srgbClr val="954F72"/>
      </a:folHlink>
    </a:clrScheme>
    <a:fontScheme name="Custom 25">
      <a:majorFont>
        <a:latin typeface="Oswald"/>
        <a:ea typeface=""/>
        <a:cs typeface=""/>
      </a:majorFont>
      <a:minorFont>
        <a:latin typeface="Oswa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504</Words>
  <Application>Microsoft Office PowerPoint</Application>
  <PresentationFormat>Widescreen</PresentationFormat>
  <Paragraphs>95</Paragraphs>
  <Slides>19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Arial</vt:lpstr>
      <vt:lpstr>Calibri</vt:lpstr>
      <vt:lpstr>Google Sans Text</vt:lpstr>
      <vt:lpstr>Oswald</vt:lpstr>
      <vt:lpstr>Office Theme</vt:lpstr>
      <vt:lpstr>CONTROLLO ADATTATIVO PER UN QUADROTOR </vt:lpstr>
      <vt:lpstr>Schema Simulink Completo</vt:lpstr>
      <vt:lpstr>Schema Simulink Completo</vt:lpstr>
      <vt:lpstr>Traiettorie Desiderate</vt:lpstr>
      <vt:lpstr>Traiettorie Desiderate</vt:lpstr>
      <vt:lpstr>Traiettorie Desiderate</vt:lpstr>
      <vt:lpstr> Controllo adattativo + disturbance estimator controller per Quadrotor Model</vt:lpstr>
      <vt:lpstr> Controllo adattativo + disturbance estimator controller per Quadrotor Model</vt:lpstr>
      <vt:lpstr>Controller Adattativo </vt:lpstr>
      <vt:lpstr>Presentazione standard di PowerPoint</vt:lpstr>
      <vt:lpstr> Controllore PD per Quadrotor </vt:lpstr>
      <vt:lpstr> Controllore PD per Quadrotor </vt:lpstr>
      <vt:lpstr> Controllore Lineare Quadrotor </vt:lpstr>
      <vt:lpstr>Quadrotor PD Plant</vt:lpstr>
      <vt:lpstr>Variazioni Parametriche</vt:lpstr>
      <vt:lpstr>Risultati e Confronto tra Modelli</vt:lpstr>
      <vt:lpstr>Plot degli Stati Effettivi</vt:lpstr>
      <vt:lpstr>Pi-Hat</vt:lpstr>
      <vt:lpstr>GRAZIE 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Anto Daid</cp:lastModifiedBy>
  <cp:revision>42</cp:revision>
  <dcterms:created xsi:type="dcterms:W3CDTF">2024-05-23T06:52:39Z</dcterms:created>
  <dcterms:modified xsi:type="dcterms:W3CDTF">2026-05-17T13:43:51Z</dcterms:modified>
</cp:coreProperties>
</file>